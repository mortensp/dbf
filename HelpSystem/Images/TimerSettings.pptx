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1"/>
  </p:sldMasterIdLst>
  <p:notesMasterIdLst>
    <p:notesMasterId r:id="rId4"/>
  </p:notesMasterIdLst>
  <p:sldIdLst>
    <p:sldId id="257" r:id="rId2"/>
    <p:sldId id="258" r:id="rId3"/>
  </p:sldIdLst>
  <p:sldSz cx="7199313" cy="14400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6915" autoAdjust="0"/>
  </p:normalViewPr>
  <p:slideViewPr>
    <p:cSldViewPr snapToGrid="0">
      <p:cViewPr>
        <p:scale>
          <a:sx n="59" d="100"/>
          <a:sy n="59" d="100"/>
        </p:scale>
        <p:origin x="2235" y="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48C782-22FD-4F3A-B476-61B759A9EBB9}" type="datetimeFigureOut">
              <a:rPr lang="da-DK" smtClean="0"/>
              <a:t>11-10-2026</a:t>
            </a:fld>
            <a:endParaRPr lang="da-DK"/>
          </a:p>
        </p:txBody>
      </p:sp>
      <p:sp>
        <p:nvSpPr>
          <p:cNvPr id="4" name="Pladsholder til slidebillede 3"/>
          <p:cNvSpPr>
            <a:spLocks noGrp="1" noRot="1" noChangeAspect="1"/>
          </p:cNvSpPr>
          <p:nvPr>
            <p:ph type="sldImg" idx="2"/>
          </p:nvPr>
        </p:nvSpPr>
        <p:spPr>
          <a:xfrm>
            <a:off x="2657475" y="1143000"/>
            <a:ext cx="154305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B877A0-3076-454A-A7AD-03401B925F49}" type="slidenum">
              <a:rPr lang="da-DK" smtClean="0"/>
              <a:t>‹nr.›</a:t>
            </a:fld>
            <a:endParaRPr lang="da-DK"/>
          </a:p>
        </p:txBody>
      </p:sp>
    </p:spTree>
    <p:extLst>
      <p:ext uri="{BB962C8B-B14F-4D97-AF65-F5344CB8AC3E}">
        <p14:creationId xmlns:p14="http://schemas.microsoft.com/office/powerpoint/2010/main" val="2196587516"/>
      </p:ext>
    </p:extLst>
  </p:cSld>
  <p:clrMap bg1="lt1" tx1="dk1" bg2="lt2" tx2="dk2" accent1="accent1" accent2="accent2" accent3="accent3" accent4="accent4" accent5="accent5" accent6="accent6" hlink="hlink" folHlink="folHlink"/>
  <p:notesStyle>
    <a:lvl1pPr marL="0" algn="l" defTabSz="758826" rtl="0" eaLnBrk="1" latinLnBrk="0" hangingPunct="1">
      <a:defRPr sz="996" kern="1200">
        <a:solidFill>
          <a:schemeClr val="tx1"/>
        </a:solidFill>
        <a:latin typeface="+mn-lt"/>
        <a:ea typeface="+mn-ea"/>
        <a:cs typeface="+mn-cs"/>
      </a:defRPr>
    </a:lvl1pPr>
    <a:lvl2pPr marL="379412" algn="l" defTabSz="758826" rtl="0" eaLnBrk="1" latinLnBrk="0" hangingPunct="1">
      <a:defRPr sz="996" kern="1200">
        <a:solidFill>
          <a:schemeClr val="tx1"/>
        </a:solidFill>
        <a:latin typeface="+mn-lt"/>
        <a:ea typeface="+mn-ea"/>
        <a:cs typeface="+mn-cs"/>
      </a:defRPr>
    </a:lvl2pPr>
    <a:lvl3pPr marL="758826" algn="l" defTabSz="758826" rtl="0" eaLnBrk="1" latinLnBrk="0" hangingPunct="1">
      <a:defRPr sz="996" kern="1200">
        <a:solidFill>
          <a:schemeClr val="tx1"/>
        </a:solidFill>
        <a:latin typeface="+mn-lt"/>
        <a:ea typeface="+mn-ea"/>
        <a:cs typeface="+mn-cs"/>
      </a:defRPr>
    </a:lvl3pPr>
    <a:lvl4pPr marL="1138239" algn="l" defTabSz="758826" rtl="0" eaLnBrk="1" latinLnBrk="0" hangingPunct="1">
      <a:defRPr sz="996" kern="1200">
        <a:solidFill>
          <a:schemeClr val="tx1"/>
        </a:solidFill>
        <a:latin typeface="+mn-lt"/>
        <a:ea typeface="+mn-ea"/>
        <a:cs typeface="+mn-cs"/>
      </a:defRPr>
    </a:lvl4pPr>
    <a:lvl5pPr marL="1517651" algn="l" defTabSz="758826" rtl="0" eaLnBrk="1" latinLnBrk="0" hangingPunct="1">
      <a:defRPr sz="996" kern="1200">
        <a:solidFill>
          <a:schemeClr val="tx1"/>
        </a:solidFill>
        <a:latin typeface="+mn-lt"/>
        <a:ea typeface="+mn-ea"/>
        <a:cs typeface="+mn-cs"/>
      </a:defRPr>
    </a:lvl5pPr>
    <a:lvl6pPr marL="1897063" algn="l" defTabSz="758826" rtl="0" eaLnBrk="1" latinLnBrk="0" hangingPunct="1">
      <a:defRPr sz="996" kern="1200">
        <a:solidFill>
          <a:schemeClr val="tx1"/>
        </a:solidFill>
        <a:latin typeface="+mn-lt"/>
        <a:ea typeface="+mn-ea"/>
        <a:cs typeface="+mn-cs"/>
      </a:defRPr>
    </a:lvl6pPr>
    <a:lvl7pPr marL="2276475" algn="l" defTabSz="758826" rtl="0" eaLnBrk="1" latinLnBrk="0" hangingPunct="1">
      <a:defRPr sz="996" kern="1200">
        <a:solidFill>
          <a:schemeClr val="tx1"/>
        </a:solidFill>
        <a:latin typeface="+mn-lt"/>
        <a:ea typeface="+mn-ea"/>
        <a:cs typeface="+mn-cs"/>
      </a:defRPr>
    </a:lvl7pPr>
    <a:lvl8pPr marL="2655888" algn="l" defTabSz="758826" rtl="0" eaLnBrk="1" latinLnBrk="0" hangingPunct="1">
      <a:defRPr sz="996" kern="1200">
        <a:solidFill>
          <a:schemeClr val="tx1"/>
        </a:solidFill>
        <a:latin typeface="+mn-lt"/>
        <a:ea typeface="+mn-ea"/>
        <a:cs typeface="+mn-cs"/>
      </a:defRPr>
    </a:lvl8pPr>
    <a:lvl9pPr marL="3035301" algn="l" defTabSz="758826" rtl="0" eaLnBrk="1" latinLnBrk="0" hangingPunct="1">
      <a:defRPr sz="99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p:spTree>
      <p:nvGrpSpPr>
        <p:cNvPr id="1" name=""/>
        <p:cNvGrpSpPr/>
        <p:nvPr/>
      </p:nvGrpSpPr>
      <p:grpSpPr>
        <a:xfrm>
          <a:off x="0" y="0"/>
          <a:ext cx="0" cy="0"/>
          <a:chOff x="0" y="0"/>
          <a:chExt cx="0" cy="0"/>
        </a:xfrm>
      </p:grpSpPr>
      <p:sp>
        <p:nvSpPr>
          <p:cNvPr id="2" name="Title 1"/>
          <p:cNvSpPr>
            <a:spLocks noGrp="1"/>
          </p:cNvSpPr>
          <p:nvPr>
            <p:ph type="ctrTitle"/>
          </p:nvPr>
        </p:nvSpPr>
        <p:spPr>
          <a:xfrm>
            <a:off x="539949" y="2356703"/>
            <a:ext cx="6119416" cy="5013407"/>
          </a:xfrm>
        </p:spPr>
        <p:txBody>
          <a:bodyPr anchor="b"/>
          <a:lstStyle>
            <a:lvl1pPr algn="ctr">
              <a:defRPr sz="4724"/>
            </a:lvl1pPr>
          </a:lstStyle>
          <a:p>
            <a:r>
              <a:rPr lang="da-DK"/>
              <a:t>Klik for at redigere titeltypografien i masteren</a:t>
            </a:r>
            <a:endParaRPr lang="en-US" dirty="0"/>
          </a:p>
        </p:txBody>
      </p:sp>
      <p:sp>
        <p:nvSpPr>
          <p:cNvPr id="3" name="Subtitle 2"/>
          <p:cNvSpPr>
            <a:spLocks noGrp="1"/>
          </p:cNvSpPr>
          <p:nvPr>
            <p:ph type="subTitle" idx="1"/>
          </p:nvPr>
        </p:nvSpPr>
        <p:spPr>
          <a:xfrm>
            <a:off x="899914" y="7563446"/>
            <a:ext cx="5399485" cy="3476717"/>
          </a:xfrm>
        </p:spPr>
        <p:txBody>
          <a:bodyPr/>
          <a:lstStyle>
            <a:lvl1pPr marL="0" indent="0" algn="ctr">
              <a:buNone/>
              <a:defRPr sz="1890"/>
            </a:lvl1pPr>
            <a:lvl2pPr marL="359954" indent="0" algn="ctr">
              <a:buNone/>
              <a:defRPr sz="1575"/>
            </a:lvl2pPr>
            <a:lvl3pPr marL="719907" indent="0" algn="ctr">
              <a:buNone/>
              <a:defRPr sz="1417"/>
            </a:lvl3pPr>
            <a:lvl4pPr marL="1079861" indent="0" algn="ctr">
              <a:buNone/>
              <a:defRPr sz="1260"/>
            </a:lvl4pPr>
            <a:lvl5pPr marL="1439814" indent="0" algn="ctr">
              <a:buNone/>
              <a:defRPr sz="1260"/>
            </a:lvl5pPr>
            <a:lvl6pPr marL="1799768" indent="0" algn="ctr">
              <a:buNone/>
              <a:defRPr sz="1260"/>
            </a:lvl6pPr>
            <a:lvl7pPr marL="2159721" indent="0" algn="ctr">
              <a:buNone/>
              <a:defRPr sz="1260"/>
            </a:lvl7pPr>
            <a:lvl8pPr marL="2519675" indent="0" algn="ctr">
              <a:buNone/>
              <a:defRPr sz="1260"/>
            </a:lvl8pPr>
            <a:lvl9pPr marL="2879628" indent="0" algn="ctr">
              <a:buNone/>
              <a:defRPr sz="1260"/>
            </a:lvl9pPr>
          </a:lstStyle>
          <a:p>
            <a:r>
              <a:rPr lang="da-DK"/>
              <a:t>Klik for at redigere undertiteltypografien i masteren</a:t>
            </a:r>
            <a:endParaRPr lang="en-US" dirty="0"/>
          </a:p>
        </p:txBody>
      </p:sp>
      <p:sp>
        <p:nvSpPr>
          <p:cNvPr id="4" name="Date Placeholder 3"/>
          <p:cNvSpPr>
            <a:spLocks noGrp="1"/>
          </p:cNvSpPr>
          <p:nvPr>
            <p:ph type="dt" sz="half" idx="10"/>
          </p:nvPr>
        </p:nvSpPr>
        <p:spPr/>
        <p:txBody>
          <a:bodyPr/>
          <a:lstStyle/>
          <a:p>
            <a:fld id="{7F7C35B5-416F-4C6A-A7BA-3025FC0120D2}" type="datetimeFigureOut">
              <a:rPr lang="da-DK" smtClean="0"/>
              <a:t>11-10-2026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865204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Content Placeholder 2"/>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7F7C35B5-416F-4C6A-A7BA-3025FC0120D2}" type="datetimeFigureOut">
              <a:rPr lang="da-DK" smtClean="0"/>
              <a:t>11-10-2026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1958525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 name="Title 1"/>
          <p:cNvSpPr>
            <a:spLocks noGrp="1"/>
          </p:cNvSpPr>
          <p:nvPr>
            <p:ph type="title"/>
          </p:nvPr>
        </p:nvSpPr>
        <p:spPr>
          <a:xfrm>
            <a:off x="491204" y="3590057"/>
            <a:ext cx="6209407" cy="5990088"/>
          </a:xfrm>
        </p:spPr>
        <p:txBody>
          <a:bodyPr anchor="b"/>
          <a:lstStyle>
            <a:lvl1pPr>
              <a:defRPr sz="4724"/>
            </a:lvl1pPr>
          </a:lstStyle>
          <a:p>
            <a:r>
              <a:rPr lang="da-DK"/>
              <a:t>Klik for at redigere titeltypografien i masteren</a:t>
            </a:r>
            <a:endParaRPr lang="en-US" dirty="0"/>
          </a:p>
        </p:txBody>
      </p:sp>
      <p:sp>
        <p:nvSpPr>
          <p:cNvPr id="3" name="Text Placeholder 2"/>
          <p:cNvSpPr>
            <a:spLocks noGrp="1"/>
          </p:cNvSpPr>
          <p:nvPr>
            <p:ph type="body" idx="1"/>
          </p:nvPr>
        </p:nvSpPr>
        <p:spPr>
          <a:xfrm>
            <a:off x="491204" y="9636813"/>
            <a:ext cx="6209407" cy="3150046"/>
          </a:xfrm>
        </p:spPr>
        <p:txBody>
          <a:bodyPr/>
          <a:lstStyle>
            <a:lvl1pPr marL="0" indent="0">
              <a:buNone/>
              <a:defRPr sz="1890">
                <a:solidFill>
                  <a:schemeClr val="tx1">
                    <a:tint val="82000"/>
                  </a:schemeClr>
                </a:solidFill>
              </a:defRPr>
            </a:lvl1pPr>
            <a:lvl2pPr marL="359954" indent="0">
              <a:buNone/>
              <a:defRPr sz="1575">
                <a:solidFill>
                  <a:schemeClr val="tx1">
                    <a:tint val="82000"/>
                  </a:schemeClr>
                </a:solidFill>
              </a:defRPr>
            </a:lvl2pPr>
            <a:lvl3pPr marL="719907" indent="0">
              <a:buNone/>
              <a:defRPr sz="1417">
                <a:solidFill>
                  <a:schemeClr val="tx1">
                    <a:tint val="82000"/>
                  </a:schemeClr>
                </a:solidFill>
              </a:defRPr>
            </a:lvl3pPr>
            <a:lvl4pPr marL="1079861" indent="0">
              <a:buNone/>
              <a:defRPr sz="1260">
                <a:solidFill>
                  <a:schemeClr val="tx1">
                    <a:tint val="82000"/>
                  </a:schemeClr>
                </a:solidFill>
              </a:defRPr>
            </a:lvl4pPr>
            <a:lvl5pPr marL="1439814" indent="0">
              <a:buNone/>
              <a:defRPr sz="1260">
                <a:solidFill>
                  <a:schemeClr val="tx1">
                    <a:tint val="82000"/>
                  </a:schemeClr>
                </a:solidFill>
              </a:defRPr>
            </a:lvl5pPr>
            <a:lvl6pPr marL="1799768" indent="0">
              <a:buNone/>
              <a:defRPr sz="1260">
                <a:solidFill>
                  <a:schemeClr val="tx1">
                    <a:tint val="82000"/>
                  </a:schemeClr>
                </a:solidFill>
              </a:defRPr>
            </a:lvl6pPr>
            <a:lvl7pPr marL="2159721" indent="0">
              <a:buNone/>
              <a:defRPr sz="1260">
                <a:solidFill>
                  <a:schemeClr val="tx1">
                    <a:tint val="82000"/>
                  </a:schemeClr>
                </a:solidFill>
              </a:defRPr>
            </a:lvl7pPr>
            <a:lvl8pPr marL="2519675" indent="0">
              <a:buNone/>
              <a:defRPr sz="1260">
                <a:solidFill>
                  <a:schemeClr val="tx1">
                    <a:tint val="82000"/>
                  </a:schemeClr>
                </a:solidFill>
              </a:defRPr>
            </a:lvl8pPr>
            <a:lvl9pPr marL="2879628" indent="0">
              <a:buNone/>
              <a:defRPr sz="1260">
                <a:solidFill>
                  <a:schemeClr val="tx1">
                    <a:tint val="82000"/>
                  </a:schemeClr>
                </a:solidFill>
              </a:defRPr>
            </a:lvl9pPr>
          </a:lstStyle>
          <a:p>
            <a:pPr lvl="0"/>
            <a:r>
              <a:rPr lang="da-DK"/>
              <a:t>Klik for at redigere teksttypografierne i masteren</a:t>
            </a:r>
          </a:p>
        </p:txBody>
      </p:sp>
      <p:sp>
        <p:nvSpPr>
          <p:cNvPr id="4" name="Date Placeholder 3"/>
          <p:cNvSpPr>
            <a:spLocks noGrp="1"/>
          </p:cNvSpPr>
          <p:nvPr>
            <p:ph type="dt" sz="half" idx="10"/>
          </p:nvPr>
        </p:nvSpPr>
        <p:spPr/>
        <p:txBody>
          <a:bodyPr/>
          <a:lstStyle/>
          <a:p>
            <a:fld id="{7F7C35B5-416F-4C6A-A7BA-3025FC0120D2}" type="datetimeFigureOut">
              <a:rPr lang="da-DK" smtClean="0"/>
              <a:t>11-10-2026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282176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Content Placeholder 2"/>
          <p:cNvSpPr>
            <a:spLocks noGrp="1"/>
          </p:cNvSpPr>
          <p:nvPr>
            <p:ph sz="half" idx="1"/>
          </p:nvPr>
        </p:nvSpPr>
        <p:spPr>
          <a:xfrm>
            <a:off x="494953" y="3833390"/>
            <a:ext cx="3059708" cy="9136803"/>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Content Placeholder 3"/>
          <p:cNvSpPr>
            <a:spLocks noGrp="1"/>
          </p:cNvSpPr>
          <p:nvPr>
            <p:ph sz="half" idx="2"/>
          </p:nvPr>
        </p:nvSpPr>
        <p:spPr>
          <a:xfrm>
            <a:off x="3644652" y="3833390"/>
            <a:ext cx="3059708" cy="9136803"/>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Date Placeholder 4"/>
          <p:cNvSpPr>
            <a:spLocks noGrp="1"/>
          </p:cNvSpPr>
          <p:nvPr>
            <p:ph type="dt" sz="half" idx="10"/>
          </p:nvPr>
        </p:nvSpPr>
        <p:spPr/>
        <p:txBody>
          <a:bodyPr/>
          <a:lstStyle/>
          <a:p>
            <a:fld id="{7F7C35B5-416F-4C6A-A7BA-3025FC0120D2}" type="datetimeFigureOut">
              <a:rPr lang="da-DK" smtClean="0"/>
              <a:t>11-10-2026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761645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le 1"/>
          <p:cNvSpPr>
            <a:spLocks noGrp="1"/>
          </p:cNvSpPr>
          <p:nvPr>
            <p:ph type="title"/>
          </p:nvPr>
        </p:nvSpPr>
        <p:spPr>
          <a:xfrm>
            <a:off x="495891" y="766681"/>
            <a:ext cx="6209407" cy="2783376"/>
          </a:xfrm>
        </p:spPr>
        <p:txBody>
          <a:bodyPr/>
          <a:lstStyle/>
          <a:p>
            <a:r>
              <a:rPr lang="da-DK"/>
              <a:t>Klik for at redigere titeltypografien i masteren</a:t>
            </a:r>
            <a:endParaRPr lang="en-US" dirty="0"/>
          </a:p>
        </p:txBody>
      </p:sp>
      <p:sp>
        <p:nvSpPr>
          <p:cNvPr id="3" name="Text Placeholder 2"/>
          <p:cNvSpPr>
            <a:spLocks noGrp="1"/>
          </p:cNvSpPr>
          <p:nvPr>
            <p:ph type="body" idx="1"/>
          </p:nvPr>
        </p:nvSpPr>
        <p:spPr>
          <a:xfrm>
            <a:off x="495891" y="3530053"/>
            <a:ext cx="3045646" cy="1730025"/>
          </a:xfrm>
        </p:spPr>
        <p:txBody>
          <a:bodyPr anchor="b"/>
          <a:lstStyle>
            <a:lvl1pPr marL="0" indent="0">
              <a:buNone/>
              <a:defRPr sz="1890" b="1"/>
            </a:lvl1pPr>
            <a:lvl2pPr marL="359954" indent="0">
              <a:buNone/>
              <a:defRPr sz="1575" b="1"/>
            </a:lvl2pPr>
            <a:lvl3pPr marL="719907" indent="0">
              <a:buNone/>
              <a:defRPr sz="1417" b="1"/>
            </a:lvl3pPr>
            <a:lvl4pPr marL="1079861" indent="0">
              <a:buNone/>
              <a:defRPr sz="1260" b="1"/>
            </a:lvl4pPr>
            <a:lvl5pPr marL="1439814" indent="0">
              <a:buNone/>
              <a:defRPr sz="1260" b="1"/>
            </a:lvl5pPr>
            <a:lvl6pPr marL="1799768" indent="0">
              <a:buNone/>
              <a:defRPr sz="1260" b="1"/>
            </a:lvl6pPr>
            <a:lvl7pPr marL="2159721" indent="0">
              <a:buNone/>
              <a:defRPr sz="1260" b="1"/>
            </a:lvl7pPr>
            <a:lvl8pPr marL="2519675" indent="0">
              <a:buNone/>
              <a:defRPr sz="1260" b="1"/>
            </a:lvl8pPr>
            <a:lvl9pPr marL="2879628" indent="0">
              <a:buNone/>
              <a:defRPr sz="1260" b="1"/>
            </a:lvl9pPr>
          </a:lstStyle>
          <a:p>
            <a:pPr lvl="0"/>
            <a:r>
              <a:rPr lang="da-DK"/>
              <a:t>Klik for at redigere teksttypografierne i masteren</a:t>
            </a:r>
          </a:p>
        </p:txBody>
      </p:sp>
      <p:sp>
        <p:nvSpPr>
          <p:cNvPr id="4" name="Content Placeholder 3"/>
          <p:cNvSpPr>
            <a:spLocks noGrp="1"/>
          </p:cNvSpPr>
          <p:nvPr>
            <p:ph sz="half" idx="2"/>
          </p:nvPr>
        </p:nvSpPr>
        <p:spPr>
          <a:xfrm>
            <a:off x="495891" y="5260078"/>
            <a:ext cx="3045646" cy="7736782"/>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Text Placeholder 4"/>
          <p:cNvSpPr>
            <a:spLocks noGrp="1"/>
          </p:cNvSpPr>
          <p:nvPr>
            <p:ph type="body" sz="quarter" idx="3"/>
          </p:nvPr>
        </p:nvSpPr>
        <p:spPr>
          <a:xfrm>
            <a:off x="3644652" y="3530053"/>
            <a:ext cx="3060646" cy="1730025"/>
          </a:xfrm>
        </p:spPr>
        <p:txBody>
          <a:bodyPr anchor="b"/>
          <a:lstStyle>
            <a:lvl1pPr marL="0" indent="0">
              <a:buNone/>
              <a:defRPr sz="1890" b="1"/>
            </a:lvl1pPr>
            <a:lvl2pPr marL="359954" indent="0">
              <a:buNone/>
              <a:defRPr sz="1575" b="1"/>
            </a:lvl2pPr>
            <a:lvl3pPr marL="719907" indent="0">
              <a:buNone/>
              <a:defRPr sz="1417" b="1"/>
            </a:lvl3pPr>
            <a:lvl4pPr marL="1079861" indent="0">
              <a:buNone/>
              <a:defRPr sz="1260" b="1"/>
            </a:lvl4pPr>
            <a:lvl5pPr marL="1439814" indent="0">
              <a:buNone/>
              <a:defRPr sz="1260" b="1"/>
            </a:lvl5pPr>
            <a:lvl6pPr marL="1799768" indent="0">
              <a:buNone/>
              <a:defRPr sz="1260" b="1"/>
            </a:lvl6pPr>
            <a:lvl7pPr marL="2159721" indent="0">
              <a:buNone/>
              <a:defRPr sz="1260" b="1"/>
            </a:lvl7pPr>
            <a:lvl8pPr marL="2519675" indent="0">
              <a:buNone/>
              <a:defRPr sz="1260" b="1"/>
            </a:lvl8pPr>
            <a:lvl9pPr marL="2879628" indent="0">
              <a:buNone/>
              <a:defRPr sz="1260" b="1"/>
            </a:lvl9pPr>
          </a:lstStyle>
          <a:p>
            <a:pPr lvl="0"/>
            <a:r>
              <a:rPr lang="da-DK"/>
              <a:t>Klik for at redigere teksttypografierne i masteren</a:t>
            </a:r>
          </a:p>
        </p:txBody>
      </p:sp>
      <p:sp>
        <p:nvSpPr>
          <p:cNvPr id="6" name="Content Placeholder 5"/>
          <p:cNvSpPr>
            <a:spLocks noGrp="1"/>
          </p:cNvSpPr>
          <p:nvPr>
            <p:ph sz="quarter" idx="4"/>
          </p:nvPr>
        </p:nvSpPr>
        <p:spPr>
          <a:xfrm>
            <a:off x="3644652" y="5260078"/>
            <a:ext cx="3060646" cy="7736782"/>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7" name="Date Placeholder 6"/>
          <p:cNvSpPr>
            <a:spLocks noGrp="1"/>
          </p:cNvSpPr>
          <p:nvPr>
            <p:ph type="dt" sz="half" idx="10"/>
          </p:nvPr>
        </p:nvSpPr>
        <p:spPr/>
        <p:txBody>
          <a:bodyPr/>
          <a:lstStyle/>
          <a:p>
            <a:fld id="{7F7C35B5-416F-4C6A-A7BA-3025FC0120D2}" type="datetimeFigureOut">
              <a:rPr lang="da-DK" smtClean="0"/>
              <a:t>11-10-2026</a:t>
            </a:fld>
            <a:endParaRPr lang="da-DK"/>
          </a:p>
        </p:txBody>
      </p:sp>
      <p:sp>
        <p:nvSpPr>
          <p:cNvPr id="8" name="Footer Placeholder 7"/>
          <p:cNvSpPr>
            <a:spLocks noGrp="1"/>
          </p:cNvSpPr>
          <p:nvPr>
            <p:ph type="ftr" sz="quarter" idx="11"/>
          </p:nvPr>
        </p:nvSpPr>
        <p:spPr/>
        <p:txBody>
          <a:bodyPr/>
          <a:lstStyle/>
          <a:p>
            <a:endParaRPr lang="da-DK"/>
          </a:p>
        </p:txBody>
      </p:sp>
      <p:sp>
        <p:nvSpPr>
          <p:cNvPr id="9" name="Slide Number Placeholder 8"/>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4211016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Date Placeholder 2"/>
          <p:cNvSpPr>
            <a:spLocks noGrp="1"/>
          </p:cNvSpPr>
          <p:nvPr>
            <p:ph type="dt" sz="half" idx="10"/>
          </p:nvPr>
        </p:nvSpPr>
        <p:spPr/>
        <p:txBody>
          <a:bodyPr/>
          <a:lstStyle/>
          <a:p>
            <a:fld id="{7F7C35B5-416F-4C6A-A7BA-3025FC0120D2}" type="datetimeFigureOut">
              <a:rPr lang="da-DK" smtClean="0"/>
              <a:t>11-10-2026</a:t>
            </a:fld>
            <a:endParaRPr lang="da-DK"/>
          </a:p>
        </p:txBody>
      </p:sp>
      <p:sp>
        <p:nvSpPr>
          <p:cNvPr id="4" name="Footer Placeholder 3"/>
          <p:cNvSpPr>
            <a:spLocks noGrp="1"/>
          </p:cNvSpPr>
          <p:nvPr>
            <p:ph type="ftr" sz="quarter" idx="11"/>
          </p:nvPr>
        </p:nvSpPr>
        <p:spPr/>
        <p:txBody>
          <a:bodyPr/>
          <a:lstStyle/>
          <a:p>
            <a:endParaRPr lang="da-DK"/>
          </a:p>
        </p:txBody>
      </p:sp>
      <p:sp>
        <p:nvSpPr>
          <p:cNvPr id="5" name="Slide Number Placeholder 4"/>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2615051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7C35B5-416F-4C6A-A7BA-3025FC0120D2}" type="datetimeFigureOut">
              <a:rPr lang="da-DK" smtClean="0"/>
              <a:t>11-10-2026</a:t>
            </a:fld>
            <a:endParaRPr lang="da-DK"/>
          </a:p>
        </p:txBody>
      </p:sp>
      <p:sp>
        <p:nvSpPr>
          <p:cNvPr id="3" name="Footer Placeholder 2"/>
          <p:cNvSpPr>
            <a:spLocks noGrp="1"/>
          </p:cNvSpPr>
          <p:nvPr>
            <p:ph type="ftr" sz="quarter" idx="11"/>
          </p:nvPr>
        </p:nvSpPr>
        <p:spPr/>
        <p:txBody>
          <a:bodyPr/>
          <a:lstStyle/>
          <a:p>
            <a:endParaRPr lang="da-DK"/>
          </a:p>
        </p:txBody>
      </p:sp>
      <p:sp>
        <p:nvSpPr>
          <p:cNvPr id="4" name="Slide Number Placeholder 3"/>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3602320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495890" y="960014"/>
            <a:ext cx="2321966" cy="3360050"/>
          </a:xfrm>
        </p:spPr>
        <p:txBody>
          <a:bodyPr anchor="b"/>
          <a:lstStyle>
            <a:lvl1pPr>
              <a:defRPr sz="2519"/>
            </a:lvl1pPr>
          </a:lstStyle>
          <a:p>
            <a:r>
              <a:rPr lang="da-DK"/>
              <a:t>Klik for at redigere titeltypografien i masteren</a:t>
            </a:r>
            <a:endParaRPr lang="en-US" dirty="0"/>
          </a:p>
        </p:txBody>
      </p:sp>
      <p:sp>
        <p:nvSpPr>
          <p:cNvPr id="3" name="Content Placeholder 2"/>
          <p:cNvSpPr>
            <a:spLocks noGrp="1"/>
          </p:cNvSpPr>
          <p:nvPr>
            <p:ph idx="1"/>
          </p:nvPr>
        </p:nvSpPr>
        <p:spPr>
          <a:xfrm>
            <a:off x="3060646" y="2073367"/>
            <a:ext cx="3644652" cy="10233485"/>
          </a:xfrm>
        </p:spPr>
        <p:txBody>
          <a:bodyPr/>
          <a:lstStyle>
            <a:lvl1pPr>
              <a:defRPr sz="2519"/>
            </a:lvl1pPr>
            <a:lvl2pPr>
              <a:defRPr sz="2204"/>
            </a:lvl2pPr>
            <a:lvl3pPr>
              <a:defRPr sz="1890"/>
            </a:lvl3pPr>
            <a:lvl4pPr>
              <a:defRPr sz="1575"/>
            </a:lvl4pPr>
            <a:lvl5pPr>
              <a:defRPr sz="1575"/>
            </a:lvl5pPr>
            <a:lvl6pPr>
              <a:defRPr sz="1575"/>
            </a:lvl6pPr>
            <a:lvl7pPr>
              <a:defRPr sz="1575"/>
            </a:lvl7pPr>
            <a:lvl8pPr>
              <a:defRPr sz="1575"/>
            </a:lvl8pPr>
            <a:lvl9pPr>
              <a:defRPr sz="1575"/>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Text Placeholder 3"/>
          <p:cNvSpPr>
            <a:spLocks noGrp="1"/>
          </p:cNvSpPr>
          <p:nvPr>
            <p:ph type="body" sz="half" idx="2"/>
          </p:nvPr>
        </p:nvSpPr>
        <p:spPr>
          <a:xfrm>
            <a:off x="495890" y="4320064"/>
            <a:ext cx="2321966" cy="8003453"/>
          </a:xfrm>
        </p:spPr>
        <p:txBody>
          <a:bodyPr/>
          <a:lstStyle>
            <a:lvl1pPr marL="0" indent="0">
              <a:buNone/>
              <a:defRPr sz="1260"/>
            </a:lvl1pPr>
            <a:lvl2pPr marL="359954" indent="0">
              <a:buNone/>
              <a:defRPr sz="1102"/>
            </a:lvl2pPr>
            <a:lvl3pPr marL="719907" indent="0">
              <a:buNone/>
              <a:defRPr sz="945"/>
            </a:lvl3pPr>
            <a:lvl4pPr marL="1079861" indent="0">
              <a:buNone/>
              <a:defRPr sz="787"/>
            </a:lvl4pPr>
            <a:lvl5pPr marL="1439814" indent="0">
              <a:buNone/>
              <a:defRPr sz="787"/>
            </a:lvl5pPr>
            <a:lvl6pPr marL="1799768" indent="0">
              <a:buNone/>
              <a:defRPr sz="787"/>
            </a:lvl6pPr>
            <a:lvl7pPr marL="2159721" indent="0">
              <a:buNone/>
              <a:defRPr sz="787"/>
            </a:lvl7pPr>
            <a:lvl8pPr marL="2519675" indent="0">
              <a:buNone/>
              <a:defRPr sz="787"/>
            </a:lvl8pPr>
            <a:lvl9pPr marL="2879628" indent="0">
              <a:buNone/>
              <a:defRPr sz="787"/>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7F7C35B5-416F-4C6A-A7BA-3025FC0120D2}" type="datetimeFigureOut">
              <a:rPr lang="da-DK" smtClean="0"/>
              <a:t>11-10-2026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3058365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495890" y="960014"/>
            <a:ext cx="2321966" cy="3360050"/>
          </a:xfrm>
        </p:spPr>
        <p:txBody>
          <a:bodyPr anchor="b"/>
          <a:lstStyle>
            <a:lvl1pPr>
              <a:defRPr sz="2519"/>
            </a:lvl1pPr>
          </a:lstStyle>
          <a:p>
            <a:r>
              <a:rPr lang="da-DK"/>
              <a:t>Klik for at redigere titeltypografien i masteren</a:t>
            </a:r>
            <a:endParaRPr lang="en-US" dirty="0"/>
          </a:p>
        </p:txBody>
      </p:sp>
      <p:sp>
        <p:nvSpPr>
          <p:cNvPr id="3" name="Picture Placeholder 2"/>
          <p:cNvSpPr>
            <a:spLocks noGrp="1" noChangeAspect="1"/>
          </p:cNvSpPr>
          <p:nvPr>
            <p:ph type="pic" idx="1"/>
          </p:nvPr>
        </p:nvSpPr>
        <p:spPr>
          <a:xfrm>
            <a:off x="3060646" y="2073367"/>
            <a:ext cx="3644652" cy="10233485"/>
          </a:xfrm>
        </p:spPr>
        <p:txBody>
          <a:bodyPr anchor="t"/>
          <a:lstStyle>
            <a:lvl1pPr marL="0" indent="0">
              <a:buNone/>
              <a:defRPr sz="2519"/>
            </a:lvl1pPr>
            <a:lvl2pPr marL="359954" indent="0">
              <a:buNone/>
              <a:defRPr sz="2204"/>
            </a:lvl2pPr>
            <a:lvl3pPr marL="719907" indent="0">
              <a:buNone/>
              <a:defRPr sz="1890"/>
            </a:lvl3pPr>
            <a:lvl4pPr marL="1079861" indent="0">
              <a:buNone/>
              <a:defRPr sz="1575"/>
            </a:lvl4pPr>
            <a:lvl5pPr marL="1439814" indent="0">
              <a:buNone/>
              <a:defRPr sz="1575"/>
            </a:lvl5pPr>
            <a:lvl6pPr marL="1799768" indent="0">
              <a:buNone/>
              <a:defRPr sz="1575"/>
            </a:lvl6pPr>
            <a:lvl7pPr marL="2159721" indent="0">
              <a:buNone/>
              <a:defRPr sz="1575"/>
            </a:lvl7pPr>
            <a:lvl8pPr marL="2519675" indent="0">
              <a:buNone/>
              <a:defRPr sz="1575"/>
            </a:lvl8pPr>
            <a:lvl9pPr marL="2879628" indent="0">
              <a:buNone/>
              <a:defRPr sz="1575"/>
            </a:lvl9pPr>
          </a:lstStyle>
          <a:p>
            <a:r>
              <a:rPr lang="da-DK"/>
              <a:t>Klik på ikonet for at tilføje et billede</a:t>
            </a:r>
            <a:endParaRPr lang="en-US" dirty="0"/>
          </a:p>
        </p:txBody>
      </p:sp>
      <p:sp>
        <p:nvSpPr>
          <p:cNvPr id="4" name="Text Placeholder 3"/>
          <p:cNvSpPr>
            <a:spLocks noGrp="1"/>
          </p:cNvSpPr>
          <p:nvPr>
            <p:ph type="body" sz="half" idx="2"/>
          </p:nvPr>
        </p:nvSpPr>
        <p:spPr>
          <a:xfrm>
            <a:off x="495890" y="4320064"/>
            <a:ext cx="2321966" cy="8003453"/>
          </a:xfrm>
        </p:spPr>
        <p:txBody>
          <a:bodyPr/>
          <a:lstStyle>
            <a:lvl1pPr marL="0" indent="0">
              <a:buNone/>
              <a:defRPr sz="1260"/>
            </a:lvl1pPr>
            <a:lvl2pPr marL="359954" indent="0">
              <a:buNone/>
              <a:defRPr sz="1102"/>
            </a:lvl2pPr>
            <a:lvl3pPr marL="719907" indent="0">
              <a:buNone/>
              <a:defRPr sz="945"/>
            </a:lvl3pPr>
            <a:lvl4pPr marL="1079861" indent="0">
              <a:buNone/>
              <a:defRPr sz="787"/>
            </a:lvl4pPr>
            <a:lvl5pPr marL="1439814" indent="0">
              <a:buNone/>
              <a:defRPr sz="787"/>
            </a:lvl5pPr>
            <a:lvl6pPr marL="1799768" indent="0">
              <a:buNone/>
              <a:defRPr sz="787"/>
            </a:lvl6pPr>
            <a:lvl7pPr marL="2159721" indent="0">
              <a:buNone/>
              <a:defRPr sz="787"/>
            </a:lvl7pPr>
            <a:lvl8pPr marL="2519675" indent="0">
              <a:buNone/>
              <a:defRPr sz="787"/>
            </a:lvl8pPr>
            <a:lvl9pPr marL="2879628" indent="0">
              <a:buNone/>
              <a:defRPr sz="787"/>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7F7C35B5-416F-4C6A-A7BA-3025FC0120D2}" type="datetimeFigureOut">
              <a:rPr lang="da-DK" smtClean="0"/>
              <a:t>11-10-2026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1324866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Vertical Text Placeholder 2"/>
          <p:cNvSpPr>
            <a:spLocks noGrp="1"/>
          </p:cNvSpPr>
          <p:nvPr>
            <p:ph type="body" orient="vert" idx="1"/>
          </p:nvPr>
        </p:nvSpPr>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7F7C35B5-416F-4C6A-A7BA-3025FC0120D2}" type="datetimeFigureOut">
              <a:rPr lang="da-DK" smtClean="0"/>
              <a:t>11-10-2026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3310577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52009" y="766678"/>
            <a:ext cx="1552352" cy="12203515"/>
          </a:xfrm>
        </p:spPr>
        <p:txBody>
          <a:bodyPr vert="eaVert"/>
          <a:lstStyle/>
          <a:p>
            <a:r>
              <a:rPr lang="da-DK"/>
              <a:t>Klik for at redigere titeltypografien i masteren</a:t>
            </a:r>
            <a:endParaRPr lang="en-US" dirty="0"/>
          </a:p>
        </p:txBody>
      </p:sp>
      <p:sp>
        <p:nvSpPr>
          <p:cNvPr id="3" name="Vertical Text Placeholder 2"/>
          <p:cNvSpPr>
            <a:spLocks noGrp="1"/>
          </p:cNvSpPr>
          <p:nvPr>
            <p:ph type="body" orient="vert" idx="1"/>
          </p:nvPr>
        </p:nvSpPr>
        <p:spPr>
          <a:xfrm>
            <a:off x="494953" y="766678"/>
            <a:ext cx="4567064" cy="12203515"/>
          </a:xfrm>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7F7C35B5-416F-4C6A-A7BA-3025FC0120D2}" type="datetimeFigureOut">
              <a:rPr lang="da-DK" smtClean="0"/>
              <a:t>11-10-2026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4D5F9296-6B5A-4C9C-9636-77AF1BA7D9F1}" type="slidenum">
              <a:rPr lang="da-DK" smtClean="0"/>
              <a:t>‹nr.›</a:t>
            </a:fld>
            <a:endParaRPr lang="da-DK"/>
          </a:p>
        </p:txBody>
      </p:sp>
    </p:spTree>
    <p:extLst>
      <p:ext uri="{BB962C8B-B14F-4D97-AF65-F5344CB8AC3E}">
        <p14:creationId xmlns:p14="http://schemas.microsoft.com/office/powerpoint/2010/main" val="1616658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4953" y="766681"/>
            <a:ext cx="6209407" cy="2783376"/>
          </a:xfrm>
          <a:prstGeom prst="rect">
            <a:avLst/>
          </a:prstGeom>
        </p:spPr>
        <p:txBody>
          <a:bodyPr vert="horz" lIns="91440" tIns="45720" rIns="91440" bIns="45720" rtlCol="0" anchor="ctr">
            <a:normAutofit/>
          </a:bodyPr>
          <a:lstStyle/>
          <a:p>
            <a:r>
              <a:rPr lang="da-DK"/>
              <a:t>Klik for at redigere titeltypografien i masteren</a:t>
            </a:r>
            <a:endParaRPr lang="en-US" dirty="0"/>
          </a:p>
        </p:txBody>
      </p:sp>
      <p:sp>
        <p:nvSpPr>
          <p:cNvPr id="3" name="Text Placeholder 2"/>
          <p:cNvSpPr>
            <a:spLocks noGrp="1"/>
          </p:cNvSpPr>
          <p:nvPr>
            <p:ph type="body" idx="1"/>
          </p:nvPr>
        </p:nvSpPr>
        <p:spPr>
          <a:xfrm>
            <a:off x="494953" y="3833390"/>
            <a:ext cx="6209407" cy="9136803"/>
          </a:xfrm>
          <a:prstGeom prst="rect">
            <a:avLst/>
          </a:prstGeom>
        </p:spPr>
        <p:txBody>
          <a:bodyPr vert="horz" lIns="91440" tIns="45720" rIns="91440" bIns="45720" rtlCol="0">
            <a:norm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2"/>
          </p:nvPr>
        </p:nvSpPr>
        <p:spPr>
          <a:xfrm>
            <a:off x="494953" y="13346867"/>
            <a:ext cx="1619845" cy="766678"/>
          </a:xfrm>
          <a:prstGeom prst="rect">
            <a:avLst/>
          </a:prstGeom>
        </p:spPr>
        <p:txBody>
          <a:bodyPr vert="horz" lIns="91440" tIns="45720" rIns="91440" bIns="45720" rtlCol="0" anchor="ctr"/>
          <a:lstStyle>
            <a:lvl1pPr algn="l">
              <a:defRPr sz="945">
                <a:solidFill>
                  <a:schemeClr val="tx1">
                    <a:tint val="82000"/>
                  </a:schemeClr>
                </a:solidFill>
              </a:defRPr>
            </a:lvl1pPr>
          </a:lstStyle>
          <a:p>
            <a:fld id="{7F7C35B5-416F-4C6A-A7BA-3025FC0120D2}" type="datetimeFigureOut">
              <a:rPr lang="da-DK" smtClean="0"/>
              <a:t>11-10-2026</a:t>
            </a:fld>
            <a:endParaRPr lang="da-DK"/>
          </a:p>
        </p:txBody>
      </p:sp>
      <p:sp>
        <p:nvSpPr>
          <p:cNvPr id="5" name="Footer Placeholder 4"/>
          <p:cNvSpPr>
            <a:spLocks noGrp="1"/>
          </p:cNvSpPr>
          <p:nvPr>
            <p:ph type="ftr" sz="quarter" idx="3"/>
          </p:nvPr>
        </p:nvSpPr>
        <p:spPr>
          <a:xfrm>
            <a:off x="2384773" y="13346867"/>
            <a:ext cx="2429768" cy="766678"/>
          </a:xfrm>
          <a:prstGeom prst="rect">
            <a:avLst/>
          </a:prstGeom>
        </p:spPr>
        <p:txBody>
          <a:bodyPr vert="horz" lIns="91440" tIns="45720" rIns="91440" bIns="45720" rtlCol="0" anchor="ctr"/>
          <a:lstStyle>
            <a:lvl1pPr algn="ctr">
              <a:defRPr sz="945">
                <a:solidFill>
                  <a:schemeClr val="tx1">
                    <a:tint val="82000"/>
                  </a:schemeClr>
                </a:solidFill>
              </a:defRPr>
            </a:lvl1pPr>
          </a:lstStyle>
          <a:p>
            <a:endParaRPr lang="da-DK"/>
          </a:p>
        </p:txBody>
      </p:sp>
      <p:sp>
        <p:nvSpPr>
          <p:cNvPr id="6" name="Slide Number Placeholder 5"/>
          <p:cNvSpPr>
            <a:spLocks noGrp="1"/>
          </p:cNvSpPr>
          <p:nvPr>
            <p:ph type="sldNum" sz="quarter" idx="4"/>
          </p:nvPr>
        </p:nvSpPr>
        <p:spPr>
          <a:xfrm>
            <a:off x="5084515" y="13346867"/>
            <a:ext cx="1619845" cy="766678"/>
          </a:xfrm>
          <a:prstGeom prst="rect">
            <a:avLst/>
          </a:prstGeom>
        </p:spPr>
        <p:txBody>
          <a:bodyPr vert="horz" lIns="91440" tIns="45720" rIns="91440" bIns="45720" rtlCol="0" anchor="ctr"/>
          <a:lstStyle>
            <a:lvl1pPr algn="r">
              <a:defRPr sz="945">
                <a:solidFill>
                  <a:schemeClr val="tx1">
                    <a:tint val="82000"/>
                  </a:schemeClr>
                </a:solidFill>
              </a:defRPr>
            </a:lvl1pPr>
          </a:lstStyle>
          <a:p>
            <a:fld id="{4D5F9296-6B5A-4C9C-9636-77AF1BA7D9F1}" type="slidenum">
              <a:rPr lang="da-DK" smtClean="0"/>
              <a:t>‹nr.›</a:t>
            </a:fld>
            <a:endParaRPr lang="da-DK"/>
          </a:p>
        </p:txBody>
      </p:sp>
    </p:spTree>
    <p:extLst>
      <p:ext uri="{BB962C8B-B14F-4D97-AF65-F5344CB8AC3E}">
        <p14:creationId xmlns:p14="http://schemas.microsoft.com/office/powerpoint/2010/main" val="1488388536"/>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719907" rtl="0" eaLnBrk="1" latinLnBrk="0" hangingPunct="1">
        <a:lnSpc>
          <a:spcPct val="90000"/>
        </a:lnSpc>
        <a:spcBef>
          <a:spcPct val="0"/>
        </a:spcBef>
        <a:buNone/>
        <a:defRPr sz="3464" kern="1200">
          <a:solidFill>
            <a:schemeClr val="tx1"/>
          </a:solidFill>
          <a:latin typeface="+mj-lt"/>
          <a:ea typeface="+mj-ea"/>
          <a:cs typeface="+mj-cs"/>
        </a:defRPr>
      </a:lvl1pPr>
    </p:titleStyle>
    <p:bodyStyle>
      <a:lvl1pPr marL="179977" indent="-179977" algn="l" defTabSz="719907" rtl="0" eaLnBrk="1" latinLnBrk="0" hangingPunct="1">
        <a:lnSpc>
          <a:spcPct val="90000"/>
        </a:lnSpc>
        <a:spcBef>
          <a:spcPts val="787"/>
        </a:spcBef>
        <a:buFont typeface="Arial" panose="020B0604020202020204" pitchFamily="34" charset="0"/>
        <a:buChar char="•"/>
        <a:defRPr sz="2204" kern="1200">
          <a:solidFill>
            <a:schemeClr val="tx1"/>
          </a:solidFill>
          <a:latin typeface="+mn-lt"/>
          <a:ea typeface="+mn-ea"/>
          <a:cs typeface="+mn-cs"/>
        </a:defRPr>
      </a:lvl1pPr>
      <a:lvl2pPr marL="539930" indent="-179977" algn="l" defTabSz="719907" rtl="0" eaLnBrk="1" latinLnBrk="0" hangingPunct="1">
        <a:lnSpc>
          <a:spcPct val="90000"/>
        </a:lnSpc>
        <a:spcBef>
          <a:spcPts val="394"/>
        </a:spcBef>
        <a:buFont typeface="Arial" panose="020B0604020202020204" pitchFamily="34" charset="0"/>
        <a:buChar char="•"/>
        <a:defRPr sz="1890" kern="1200">
          <a:solidFill>
            <a:schemeClr val="tx1"/>
          </a:solidFill>
          <a:latin typeface="+mn-lt"/>
          <a:ea typeface="+mn-ea"/>
          <a:cs typeface="+mn-cs"/>
        </a:defRPr>
      </a:lvl2pPr>
      <a:lvl3pPr marL="899884" indent="-179977" algn="l" defTabSz="719907" rtl="0" eaLnBrk="1" latinLnBrk="0" hangingPunct="1">
        <a:lnSpc>
          <a:spcPct val="90000"/>
        </a:lnSpc>
        <a:spcBef>
          <a:spcPts val="394"/>
        </a:spcBef>
        <a:buFont typeface="Arial" panose="020B0604020202020204" pitchFamily="34" charset="0"/>
        <a:buChar char="•"/>
        <a:defRPr sz="1575" kern="1200">
          <a:solidFill>
            <a:schemeClr val="tx1"/>
          </a:solidFill>
          <a:latin typeface="+mn-lt"/>
          <a:ea typeface="+mn-ea"/>
          <a:cs typeface="+mn-cs"/>
        </a:defRPr>
      </a:lvl3pPr>
      <a:lvl4pPr marL="1259837"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4pPr>
      <a:lvl5pPr marL="1619791"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5pPr>
      <a:lvl6pPr marL="1979745"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6pPr>
      <a:lvl7pPr marL="2339698"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7pPr>
      <a:lvl8pPr marL="2699652"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8pPr>
      <a:lvl9pPr marL="3059605"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9pPr>
    </p:bodyStyle>
    <p:otherStyle>
      <a:defPPr>
        <a:defRPr lang="en-US"/>
      </a:defPPr>
      <a:lvl1pPr marL="0" algn="l" defTabSz="719907" rtl="0" eaLnBrk="1" latinLnBrk="0" hangingPunct="1">
        <a:defRPr sz="1417" kern="1200">
          <a:solidFill>
            <a:schemeClr val="tx1"/>
          </a:solidFill>
          <a:latin typeface="+mn-lt"/>
          <a:ea typeface="+mn-ea"/>
          <a:cs typeface="+mn-cs"/>
        </a:defRPr>
      </a:lvl1pPr>
      <a:lvl2pPr marL="359954" algn="l" defTabSz="719907" rtl="0" eaLnBrk="1" latinLnBrk="0" hangingPunct="1">
        <a:defRPr sz="1417" kern="1200">
          <a:solidFill>
            <a:schemeClr val="tx1"/>
          </a:solidFill>
          <a:latin typeface="+mn-lt"/>
          <a:ea typeface="+mn-ea"/>
          <a:cs typeface="+mn-cs"/>
        </a:defRPr>
      </a:lvl2pPr>
      <a:lvl3pPr marL="719907" algn="l" defTabSz="719907" rtl="0" eaLnBrk="1" latinLnBrk="0" hangingPunct="1">
        <a:defRPr sz="1417" kern="1200">
          <a:solidFill>
            <a:schemeClr val="tx1"/>
          </a:solidFill>
          <a:latin typeface="+mn-lt"/>
          <a:ea typeface="+mn-ea"/>
          <a:cs typeface="+mn-cs"/>
        </a:defRPr>
      </a:lvl3pPr>
      <a:lvl4pPr marL="1079861" algn="l" defTabSz="719907" rtl="0" eaLnBrk="1" latinLnBrk="0" hangingPunct="1">
        <a:defRPr sz="1417" kern="1200">
          <a:solidFill>
            <a:schemeClr val="tx1"/>
          </a:solidFill>
          <a:latin typeface="+mn-lt"/>
          <a:ea typeface="+mn-ea"/>
          <a:cs typeface="+mn-cs"/>
        </a:defRPr>
      </a:lvl4pPr>
      <a:lvl5pPr marL="1439814" algn="l" defTabSz="719907" rtl="0" eaLnBrk="1" latinLnBrk="0" hangingPunct="1">
        <a:defRPr sz="1417" kern="1200">
          <a:solidFill>
            <a:schemeClr val="tx1"/>
          </a:solidFill>
          <a:latin typeface="+mn-lt"/>
          <a:ea typeface="+mn-ea"/>
          <a:cs typeface="+mn-cs"/>
        </a:defRPr>
      </a:lvl5pPr>
      <a:lvl6pPr marL="1799768" algn="l" defTabSz="719907" rtl="0" eaLnBrk="1" latinLnBrk="0" hangingPunct="1">
        <a:defRPr sz="1417" kern="1200">
          <a:solidFill>
            <a:schemeClr val="tx1"/>
          </a:solidFill>
          <a:latin typeface="+mn-lt"/>
          <a:ea typeface="+mn-ea"/>
          <a:cs typeface="+mn-cs"/>
        </a:defRPr>
      </a:lvl6pPr>
      <a:lvl7pPr marL="2159721" algn="l" defTabSz="719907" rtl="0" eaLnBrk="1" latinLnBrk="0" hangingPunct="1">
        <a:defRPr sz="1417" kern="1200">
          <a:solidFill>
            <a:schemeClr val="tx1"/>
          </a:solidFill>
          <a:latin typeface="+mn-lt"/>
          <a:ea typeface="+mn-ea"/>
          <a:cs typeface="+mn-cs"/>
        </a:defRPr>
      </a:lvl7pPr>
      <a:lvl8pPr marL="2519675" algn="l" defTabSz="719907" rtl="0" eaLnBrk="1" latinLnBrk="0" hangingPunct="1">
        <a:defRPr sz="1417" kern="1200">
          <a:solidFill>
            <a:schemeClr val="tx1"/>
          </a:solidFill>
          <a:latin typeface="+mn-lt"/>
          <a:ea typeface="+mn-ea"/>
          <a:cs typeface="+mn-cs"/>
        </a:defRPr>
      </a:lvl8pPr>
      <a:lvl9pPr marL="2879628" algn="l" defTabSz="719907" rtl="0" eaLnBrk="1" latinLnBrk="0" hangingPunct="1">
        <a:defRPr sz="141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kstfelt 8">
            <a:extLst>
              <a:ext uri="{FF2B5EF4-FFF2-40B4-BE49-F238E27FC236}">
                <a16:creationId xmlns:a16="http://schemas.microsoft.com/office/drawing/2014/main" id="{7EBDB3EC-1DF1-B953-671F-5749AC39E4EB}"/>
              </a:ext>
            </a:extLst>
          </p:cNvPr>
          <p:cNvSpPr txBox="1"/>
          <p:nvPr/>
        </p:nvSpPr>
        <p:spPr>
          <a:xfrm>
            <a:off x="181717" y="6527571"/>
            <a:ext cx="6835877" cy="6186309"/>
          </a:xfrm>
          <a:prstGeom prst="rect">
            <a:avLst/>
          </a:prstGeom>
          <a:noFill/>
        </p:spPr>
        <p:txBody>
          <a:bodyPr wrap="square" rtlCol="0">
            <a:spAutoFit/>
          </a:bodyPr>
          <a:lstStyle/>
          <a:p>
            <a:r>
              <a:rPr lang="en-US" sz="1200" b="1" dirty="0"/>
              <a:t>Groups</a:t>
            </a:r>
            <a:r>
              <a:rPr lang="en-US" sz="1200" dirty="0"/>
              <a:t>:</a:t>
            </a:r>
          </a:p>
          <a:p>
            <a:r>
              <a:rPr lang="en-US" sz="1200" dirty="0"/>
              <a:t>Select which groups the timer applies to.</a:t>
            </a:r>
          </a:p>
          <a:p>
            <a:endParaRPr lang="en-US" sz="1200" dirty="0"/>
          </a:p>
          <a:p>
            <a:r>
              <a:rPr lang="en-US" sz="1200" b="1" dirty="0"/>
              <a:t>Background and Foreground</a:t>
            </a:r>
            <a:r>
              <a:rPr lang="en-US" sz="1200" dirty="0"/>
              <a:t>:</a:t>
            </a:r>
          </a:p>
          <a:p>
            <a:r>
              <a:rPr lang="en-US" sz="1200" dirty="0"/>
              <a:t>Choose the colors used for the current timer.</a:t>
            </a:r>
            <a:endParaRPr lang="da-DK" sz="1200" dirty="0"/>
          </a:p>
          <a:p>
            <a:endParaRPr lang="da-DK" sz="1200" dirty="0"/>
          </a:p>
          <a:p>
            <a:r>
              <a:rPr lang="da-DK" sz="1200" b="1" dirty="0"/>
              <a:t>Sound and Volume</a:t>
            </a:r>
            <a:r>
              <a:rPr lang="da-DK" sz="1200" dirty="0"/>
              <a:t>:</a:t>
            </a:r>
          </a:p>
          <a:p>
            <a:r>
              <a:rPr lang="en-US" sz="1200" dirty="0"/>
              <a:t>Select the sound and volume used to signal events for the current timer. </a:t>
            </a:r>
          </a:p>
          <a:p>
            <a:r>
              <a:rPr lang="en-US" sz="1200" dirty="0"/>
              <a:t>Please note that only one timer signal will be played if multiple timer events occur at the same time.</a:t>
            </a:r>
          </a:p>
          <a:p>
            <a:endParaRPr lang="en-US" sz="1200" dirty="0"/>
          </a:p>
          <a:p>
            <a:r>
              <a:rPr lang="en-US" sz="1200" b="1" dirty="0"/>
              <a:t>Use Presets (optional)</a:t>
            </a:r>
            <a:r>
              <a:rPr lang="en-US" sz="1200" dirty="0"/>
              <a:t>:</a:t>
            </a:r>
          </a:p>
          <a:p>
            <a:r>
              <a:rPr lang="en-US" sz="1200" dirty="0"/>
              <a:t>The combo box lists a number of stored timer settings. Some are built‑in, while others are user‑defined. To save your own settings, click the </a:t>
            </a:r>
            <a:r>
              <a:rPr lang="en-US" sz="1200" b="1" dirty="0"/>
              <a:t>+</a:t>
            </a:r>
            <a:r>
              <a:rPr lang="en-US" sz="1200" dirty="0"/>
              <a:t> icon and enter a name. Then make your changes below and press the save icon (the diskette). User‑defined presets can be modified or deleted.</a:t>
            </a:r>
          </a:p>
          <a:p>
            <a:endParaRPr lang="en-US" sz="1200" dirty="0"/>
          </a:p>
          <a:p>
            <a:r>
              <a:rPr lang="en-US" sz="1200" b="1" dirty="0"/>
              <a:t>Break After Round (optional)</a:t>
            </a:r>
            <a:r>
              <a:rPr lang="en-US" sz="1200" dirty="0"/>
              <a:t>:</a:t>
            </a:r>
          </a:p>
          <a:p>
            <a:r>
              <a:rPr lang="en-US" sz="1200" dirty="0"/>
              <a:t>Specify when the break is scheduled. Enter </a:t>
            </a:r>
            <a:r>
              <a:rPr lang="en-US" sz="1200" b="1" dirty="0"/>
              <a:t>0</a:t>
            </a:r>
            <a:r>
              <a:rPr lang="en-US" sz="1200" dirty="0"/>
              <a:t> if no break is needed.</a:t>
            </a:r>
          </a:p>
          <a:p>
            <a:endParaRPr lang="en-US" sz="1200" dirty="0"/>
          </a:p>
          <a:p>
            <a:r>
              <a:rPr lang="en-US" sz="1200" b="1" dirty="0"/>
              <a:t>Do not start new Board Warning (optional)</a:t>
            </a:r>
            <a:r>
              <a:rPr lang="en-US" sz="1200" dirty="0"/>
              <a:t>:</a:t>
            </a:r>
          </a:p>
          <a:p>
            <a:r>
              <a:rPr lang="en-US" sz="1200" dirty="0"/>
              <a:t>Play a sound signal when the timer reaches this time. Enter </a:t>
            </a:r>
            <a:r>
              <a:rPr lang="en-US" sz="1200" b="1" dirty="0"/>
              <a:t>0</a:t>
            </a:r>
            <a:r>
              <a:rPr lang="en-US" sz="1200" dirty="0"/>
              <a:t> for no warning.</a:t>
            </a:r>
          </a:p>
          <a:p>
            <a:endParaRPr lang="en-US" sz="1200" dirty="0"/>
          </a:p>
          <a:p>
            <a:r>
              <a:rPr lang="en-US" sz="1200" b="1" dirty="0"/>
              <a:t>Transition Time (optional)</a:t>
            </a:r>
            <a:r>
              <a:rPr lang="en-US" sz="1200" dirty="0"/>
              <a:t>;</a:t>
            </a:r>
          </a:p>
          <a:p>
            <a:r>
              <a:rPr lang="en-US" sz="1200" dirty="0"/>
              <a:t>Specify how much time is allowed for transitioning to the next round. Enter </a:t>
            </a:r>
            <a:r>
              <a:rPr lang="en-US" sz="1200" b="1" dirty="0"/>
              <a:t>0</a:t>
            </a:r>
            <a:r>
              <a:rPr lang="en-US" sz="1200" dirty="0"/>
              <a:t> if the round time already includes the transition period.</a:t>
            </a:r>
          </a:p>
          <a:p>
            <a:endParaRPr lang="en-US" sz="1200" dirty="0"/>
          </a:p>
          <a:p>
            <a:r>
              <a:rPr lang="en-US" sz="1200" b="1" dirty="0"/>
              <a:t>Allow Early Transition</a:t>
            </a:r>
            <a:r>
              <a:rPr lang="en-US" sz="1200" dirty="0"/>
              <a:t>:</a:t>
            </a:r>
            <a:endParaRPr lang="da-DK" sz="1200" dirty="0"/>
          </a:p>
          <a:p>
            <a:r>
              <a:rPr lang="en-US" sz="1200" dirty="0"/>
              <a:t>When selected, and when the app is monitoring the BridgeMates, it will automatically signal </a:t>
            </a:r>
            <a:r>
              <a:rPr lang="en-US" sz="1200" i="1" dirty="0"/>
              <a:t>End‑of‑Round</a:t>
            </a:r>
            <a:r>
              <a:rPr lang="en-US" sz="1200" dirty="0"/>
              <a:t> as soon as all boards in the round have been played.</a:t>
            </a:r>
          </a:p>
          <a:p>
            <a:endParaRPr lang="en-US" sz="1200" dirty="0"/>
          </a:p>
          <a:p>
            <a:r>
              <a:rPr lang="en-US" sz="1200" b="1" noProof="0" dirty="0"/>
              <a:t>Break Message and Greetings</a:t>
            </a:r>
            <a:r>
              <a:rPr lang="en-US" sz="1200" noProof="0" dirty="0"/>
              <a:t>;</a:t>
            </a:r>
          </a:p>
          <a:p>
            <a:r>
              <a:rPr lang="en-US" sz="1200" dirty="0"/>
              <a:t>The break message will be shown on the timer during the break. </a:t>
            </a:r>
          </a:p>
          <a:p>
            <a:r>
              <a:rPr lang="en-US" sz="1200" dirty="0"/>
              <a:t>The greetings will only be shown when the match has finished.</a:t>
            </a:r>
            <a:endParaRPr lang="da-DK" sz="1200" dirty="0"/>
          </a:p>
        </p:txBody>
      </p:sp>
      <p:pic>
        <p:nvPicPr>
          <p:cNvPr id="12" name="Billede 11" descr="The image depicts a user interface for a game clock, displaying various game settings such as rounds, break times, and transition intervals.&#10;&#10;AI-genereret indhold kan være ukorrekt.">
            <a:extLst>
              <a:ext uri="{FF2B5EF4-FFF2-40B4-BE49-F238E27FC236}">
                <a16:creationId xmlns:a16="http://schemas.microsoft.com/office/drawing/2014/main" id="{03CF738D-E470-519F-F92F-4F5635DEEB7D}"/>
              </a:ext>
            </a:extLst>
          </p:cNvPr>
          <p:cNvPicPr>
            <a:picLocks noChangeAspect="1"/>
          </p:cNvPicPr>
          <p:nvPr/>
        </p:nvPicPr>
        <p:blipFill>
          <a:blip r:embed="rId2"/>
          <a:stretch>
            <a:fillRect/>
          </a:stretch>
        </p:blipFill>
        <p:spPr>
          <a:xfrm>
            <a:off x="589935" y="71700"/>
            <a:ext cx="5909310" cy="6349365"/>
          </a:xfrm>
          <a:prstGeom prst="rect">
            <a:avLst/>
          </a:prstGeom>
        </p:spPr>
      </p:pic>
    </p:spTree>
    <p:extLst>
      <p:ext uri="{BB962C8B-B14F-4D97-AF65-F5344CB8AC3E}">
        <p14:creationId xmlns:p14="http://schemas.microsoft.com/office/powerpoint/2010/main" val="3449015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kstfelt 3">
            <a:extLst>
              <a:ext uri="{FF2B5EF4-FFF2-40B4-BE49-F238E27FC236}">
                <a16:creationId xmlns:a16="http://schemas.microsoft.com/office/drawing/2014/main" id="{50252935-390F-4CAD-63BC-AB9A23E62D0C}"/>
              </a:ext>
            </a:extLst>
          </p:cNvPr>
          <p:cNvSpPr txBox="1"/>
          <p:nvPr/>
        </p:nvSpPr>
        <p:spPr>
          <a:xfrm>
            <a:off x="191445" y="6652761"/>
            <a:ext cx="6835877" cy="5509200"/>
          </a:xfrm>
          <a:prstGeom prst="rect">
            <a:avLst/>
          </a:prstGeom>
          <a:noFill/>
        </p:spPr>
        <p:txBody>
          <a:bodyPr wrap="square" rtlCol="0">
            <a:spAutoFit/>
          </a:bodyPr>
          <a:lstStyle/>
          <a:p>
            <a:r>
              <a:rPr lang="da-DK" sz="1200" b="1" dirty="0"/>
              <a:t>Rækker</a:t>
            </a:r>
            <a:r>
              <a:rPr lang="da-DK" sz="1200" dirty="0"/>
              <a:t>:</a:t>
            </a:r>
          </a:p>
          <a:p>
            <a:r>
              <a:rPr lang="da-DK" sz="1200" dirty="0"/>
              <a:t>Vælg hvilke rækker uret skal gælde for.</a:t>
            </a:r>
          </a:p>
          <a:p>
            <a:pPr>
              <a:spcBef>
                <a:spcPts val="600"/>
              </a:spcBef>
            </a:pPr>
            <a:r>
              <a:rPr lang="da-DK" sz="1200" b="1" dirty="0"/>
              <a:t>Baggrund og tekst farve</a:t>
            </a:r>
            <a:r>
              <a:rPr lang="da-DK" sz="1200" dirty="0"/>
              <a:t>:</a:t>
            </a:r>
          </a:p>
          <a:p>
            <a:r>
              <a:rPr lang="da-DK" sz="1200" dirty="0"/>
              <a:t>Vælg de ønskede farver til den aktuelle timer.</a:t>
            </a:r>
          </a:p>
          <a:p>
            <a:pPr>
              <a:spcBef>
                <a:spcPts val="600"/>
              </a:spcBef>
            </a:pPr>
            <a:r>
              <a:rPr lang="da-DK" sz="1200" b="1" dirty="0"/>
              <a:t>Lyd og Lydstyrke:</a:t>
            </a:r>
          </a:p>
          <a:p>
            <a:r>
              <a:rPr lang="da-DK" sz="1200" dirty="0"/>
              <a:t>Vælg lyd og lydstyrke til urets signaler.  </a:t>
            </a:r>
          </a:p>
          <a:p>
            <a:r>
              <a:rPr lang="da-DK" sz="1200" dirty="0"/>
              <a:t>Bemærk, at der kun afgives et signal, hvis flere ure prøver at signalere samtidigt.</a:t>
            </a:r>
          </a:p>
          <a:p>
            <a:pPr>
              <a:spcBef>
                <a:spcPts val="600"/>
              </a:spcBef>
            </a:pPr>
            <a:r>
              <a:rPr lang="da-DK" sz="1200" b="1" dirty="0"/>
              <a:t>Brug Forud indstilling  (valgfri):</a:t>
            </a:r>
          </a:p>
          <a:p>
            <a:r>
              <a:rPr lang="da-DK" sz="1200" dirty="0"/>
              <a:t>Her kan man vælge mellem et antal gemte forud indstillinger. Nogle af disse er indbygget, mens andre er defineret af brugeren selv.. For at gemme et set af indstillinger klikkes på ‘+’ ikonet og der vælges en navn. Herefter de ønskede indstillinger neden under og det hele gemmes ved at trykke på diskette ikonet. Det er også muligt at opdatere eller slette bruger gemte forud indstillinger</a:t>
            </a:r>
          </a:p>
          <a:p>
            <a:pPr>
              <a:spcBef>
                <a:spcPts val="600"/>
              </a:spcBef>
            </a:pPr>
            <a:r>
              <a:rPr lang="da-DK" sz="1200" b="1" dirty="0"/>
              <a:t>Pause efter runde (valgfri):</a:t>
            </a:r>
          </a:p>
          <a:p>
            <a:r>
              <a:rPr lang="da-DK" sz="1200" dirty="0"/>
              <a:t>Angiv hvornår, der afholdes pause Tast </a:t>
            </a:r>
            <a:r>
              <a:rPr lang="da-DK" sz="1200" b="1" dirty="0"/>
              <a:t>0</a:t>
            </a:r>
            <a:r>
              <a:rPr lang="da-DK" sz="1200" dirty="0"/>
              <a:t> hvis der ikke holdes pause.</a:t>
            </a:r>
          </a:p>
          <a:p>
            <a:pPr>
              <a:spcBef>
                <a:spcPts val="600"/>
              </a:spcBef>
            </a:pPr>
            <a:r>
              <a:rPr lang="da-DK" sz="1200" b="1" dirty="0"/>
              <a:t>Start ikke nye spil advarsel (valgfri):</a:t>
            </a:r>
          </a:p>
          <a:p>
            <a:r>
              <a:rPr lang="da-DK" sz="1200" dirty="0"/>
              <a:t>Angiv tiden, hvor uret signalerer at man ikke må påbegynde nye spil i runden. Tast </a:t>
            </a:r>
            <a:r>
              <a:rPr lang="da-DK" sz="1200" b="1" dirty="0"/>
              <a:t>0,</a:t>
            </a:r>
            <a:r>
              <a:rPr lang="da-DK" sz="1200" dirty="0"/>
              <a:t> hvis der ikke skal signaleres.</a:t>
            </a:r>
          </a:p>
          <a:p>
            <a:pPr>
              <a:spcBef>
                <a:spcPts val="600"/>
              </a:spcBef>
            </a:pPr>
            <a:r>
              <a:rPr lang="da-DK" sz="1200" b="1" dirty="0"/>
              <a:t>Tid til rundeskifte (valgfri);</a:t>
            </a:r>
          </a:p>
          <a:p>
            <a:r>
              <a:rPr lang="da-DK" sz="1200" dirty="0"/>
              <a:t>Angiv, hvor mange minutter der er afsat til rundeskifte. Tast 0, hvis </a:t>
            </a:r>
            <a:r>
              <a:rPr lang="da-DK" sz="1200" i="1" dirty="0"/>
              <a:t>Tid-per-runde</a:t>
            </a:r>
            <a:r>
              <a:rPr lang="da-DK" sz="1200" dirty="0"/>
              <a:t> inkludere tid til at skifte til næste runde.</a:t>
            </a:r>
          </a:p>
          <a:p>
            <a:pPr>
              <a:spcBef>
                <a:spcPts val="600"/>
              </a:spcBef>
            </a:pPr>
            <a:r>
              <a:rPr lang="da-DK" sz="1200" b="1" dirty="0"/>
              <a:t>Tillad tidligt rundeskifte:</a:t>
            </a:r>
          </a:p>
          <a:p>
            <a:r>
              <a:rPr lang="da-DK" sz="1200" dirty="0"/>
              <a:t>Skal uret automatisk signalere rundeskifte, når runden er færdig jf. alle BridgeMates og programmet overvåger disse.</a:t>
            </a:r>
          </a:p>
          <a:p>
            <a:pPr>
              <a:spcBef>
                <a:spcPts val="600"/>
              </a:spcBef>
            </a:pPr>
            <a:r>
              <a:rPr lang="da-DK" sz="1200" b="1" dirty="0"/>
              <a:t>Pause meddelelse og Slut hilsner;</a:t>
            </a:r>
          </a:p>
          <a:p>
            <a:r>
              <a:rPr lang="da-DK" sz="1200" dirty="0"/>
              <a:t>Disse vil blive vist på uret i hhv. pausen, og når sessionen er færdig.</a:t>
            </a:r>
          </a:p>
        </p:txBody>
      </p:sp>
      <p:pic>
        <p:nvPicPr>
          <p:cNvPr id="7" name="Billede 6" descr="The image displays a user interface for a game, featuring a countdown timer, various buttons for pausing and restarting, and a schedule for the upcoming rounds.&#10;&#10;AI-genereret indhold kan være ukorrekt.">
            <a:extLst>
              <a:ext uri="{FF2B5EF4-FFF2-40B4-BE49-F238E27FC236}">
                <a16:creationId xmlns:a16="http://schemas.microsoft.com/office/drawing/2014/main" id="{E6BD21BC-627A-24F9-CDC3-AA81E4F90172}"/>
              </a:ext>
            </a:extLst>
          </p:cNvPr>
          <p:cNvPicPr>
            <a:picLocks noChangeAspect="1"/>
          </p:cNvPicPr>
          <p:nvPr/>
        </p:nvPicPr>
        <p:blipFill>
          <a:blip r:embed="rId2"/>
          <a:stretch>
            <a:fillRect/>
          </a:stretch>
        </p:blipFill>
        <p:spPr>
          <a:xfrm>
            <a:off x="373217" y="192444"/>
            <a:ext cx="6029801" cy="6401753"/>
          </a:xfrm>
          <a:prstGeom prst="rect">
            <a:avLst/>
          </a:prstGeom>
        </p:spPr>
      </p:pic>
    </p:spTree>
    <p:extLst>
      <p:ext uri="{BB962C8B-B14F-4D97-AF65-F5344CB8AC3E}">
        <p14:creationId xmlns:p14="http://schemas.microsoft.com/office/powerpoint/2010/main" val="4207928300"/>
      </p:ext>
    </p:extLst>
  </p:cSld>
  <p:clrMapOvr>
    <a:masterClrMapping/>
  </p:clrMapOvr>
</p:sld>
</file>

<file path=ppt/theme/theme1.xml><?xml version="1.0" encoding="utf-8"?>
<a:theme xmlns:a="http://schemas.openxmlformats.org/drawingml/2006/main" name="Office-tema">
  <a:themeElements>
    <a:clrScheme name="Office-tema">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tema">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t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8998</TotalTime>
  <Words>533</Words>
  <Application>Microsoft Office PowerPoint</Application>
  <PresentationFormat>Brugerdefineret</PresentationFormat>
  <Paragraphs>47</Paragraphs>
  <Slides>2</Slides>
  <Notes>0</Notes>
  <HiddenSlides>0</HiddenSlides>
  <MMClips>0</MMClips>
  <ScaleCrop>false</ScaleCrop>
  <HeadingPairs>
    <vt:vector size="6" baseType="variant">
      <vt:variant>
        <vt:lpstr>Benyttede skrifttyper</vt:lpstr>
      </vt:variant>
      <vt:variant>
        <vt:i4>3</vt:i4>
      </vt:variant>
      <vt:variant>
        <vt:lpstr>Tema</vt:lpstr>
      </vt:variant>
      <vt:variant>
        <vt:i4>1</vt:i4>
      </vt:variant>
      <vt:variant>
        <vt:lpstr>Slidetitler</vt:lpstr>
      </vt:variant>
      <vt:variant>
        <vt:i4>2</vt:i4>
      </vt:variant>
    </vt:vector>
  </HeadingPairs>
  <TitlesOfParts>
    <vt:vector size="6" baseType="lpstr">
      <vt:lpstr>Aptos</vt:lpstr>
      <vt:lpstr>Aptos Display</vt:lpstr>
      <vt:lpstr>Arial</vt:lpstr>
      <vt:lpstr>Office-tema</vt:lpstr>
      <vt:lpstr>PowerPoint-præsentation</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Morten Sparding</dc:creator>
  <cp:lastModifiedBy>Morten Sparding</cp:lastModifiedBy>
  <cp:revision>21</cp:revision>
  <dcterms:created xsi:type="dcterms:W3CDTF">2026-06-11T12:19:07Z</dcterms:created>
  <dcterms:modified xsi:type="dcterms:W3CDTF">2026-10-11T10:21:19Z</dcterms:modified>
</cp:coreProperties>
</file>
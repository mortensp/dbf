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816" r:id="rId1"/>
  </p:sldMasterIdLst>
  <p:notesMasterIdLst>
    <p:notesMasterId r:id="rId6"/>
  </p:notesMasterIdLst>
  <p:sldIdLst>
    <p:sldId id="257" r:id="rId2"/>
    <p:sldId id="258" r:id="rId3"/>
    <p:sldId id="259" r:id="rId4"/>
    <p:sldId id="260" r:id="rId5"/>
  </p:sldIdLst>
  <p:sldSz cx="7199313" cy="1079976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006" autoAdjust="0"/>
    <p:restoredTop sz="96915" autoAdjust="0"/>
  </p:normalViewPr>
  <p:slideViewPr>
    <p:cSldViewPr snapToGrid="0">
      <p:cViewPr>
        <p:scale>
          <a:sx n="65" d="100"/>
          <a:sy n="65" d="100"/>
        </p:scale>
        <p:origin x="2106" y="51"/>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notesMaster" Target="notesMasters/notesMaster1.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dsholder til sidehoved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a-DK"/>
          </a:p>
        </p:txBody>
      </p:sp>
      <p:sp>
        <p:nvSpPr>
          <p:cNvPr id="3" name="Pladsholder til dato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E48C782-22FD-4F3A-B476-61B759A9EBB9}" type="datetimeFigureOut">
              <a:rPr lang="da-DK" smtClean="0"/>
              <a:t>30-06-2026</a:t>
            </a:fld>
            <a:endParaRPr lang="da-DK"/>
          </a:p>
        </p:txBody>
      </p:sp>
      <p:sp>
        <p:nvSpPr>
          <p:cNvPr id="4" name="Pladsholder til slidebillede 3"/>
          <p:cNvSpPr>
            <a:spLocks noGrp="1" noRot="1" noChangeAspect="1"/>
          </p:cNvSpPr>
          <p:nvPr>
            <p:ph type="sldImg" idx="2"/>
          </p:nvPr>
        </p:nvSpPr>
        <p:spPr>
          <a:xfrm>
            <a:off x="2400300" y="1143000"/>
            <a:ext cx="2057400" cy="3086100"/>
          </a:xfrm>
          <a:prstGeom prst="rect">
            <a:avLst/>
          </a:prstGeom>
          <a:noFill/>
          <a:ln w="12700">
            <a:solidFill>
              <a:prstClr val="black"/>
            </a:solidFill>
          </a:ln>
        </p:spPr>
        <p:txBody>
          <a:bodyPr vert="horz" lIns="91440" tIns="45720" rIns="91440" bIns="45720" rtlCol="0" anchor="ctr"/>
          <a:lstStyle/>
          <a:p>
            <a:endParaRPr lang="da-DK"/>
          </a:p>
        </p:txBody>
      </p:sp>
      <p:sp>
        <p:nvSpPr>
          <p:cNvPr id="5" name="Pladsholder til no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da-DK"/>
              <a:t>Klik for at redigere teksttypografierne i masteren</a:t>
            </a:r>
          </a:p>
          <a:p>
            <a:pPr lvl="1"/>
            <a:r>
              <a:rPr lang="da-DK"/>
              <a:t>Andet niveau</a:t>
            </a:r>
          </a:p>
          <a:p>
            <a:pPr lvl="2"/>
            <a:r>
              <a:rPr lang="da-DK"/>
              <a:t>Tredje niveau</a:t>
            </a:r>
          </a:p>
          <a:p>
            <a:pPr lvl="3"/>
            <a:r>
              <a:rPr lang="da-DK"/>
              <a:t>Fjerde niveau</a:t>
            </a:r>
          </a:p>
          <a:p>
            <a:pPr lvl="4"/>
            <a:r>
              <a:rPr lang="da-DK"/>
              <a:t>Femte niveau</a:t>
            </a:r>
          </a:p>
        </p:txBody>
      </p:sp>
      <p:sp>
        <p:nvSpPr>
          <p:cNvPr id="6" name="Pladsholder til sidefod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da-DK"/>
          </a:p>
        </p:txBody>
      </p:sp>
      <p:sp>
        <p:nvSpPr>
          <p:cNvPr id="7" name="Pladsholder til slide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2B877A0-3076-454A-A7AD-03401B925F49}" type="slidenum">
              <a:rPr lang="da-DK" smtClean="0"/>
              <a:t>‹nr.›</a:t>
            </a:fld>
            <a:endParaRPr lang="da-DK"/>
          </a:p>
        </p:txBody>
      </p:sp>
    </p:spTree>
    <p:extLst>
      <p:ext uri="{BB962C8B-B14F-4D97-AF65-F5344CB8AC3E}">
        <p14:creationId xmlns:p14="http://schemas.microsoft.com/office/powerpoint/2010/main" val="2196587516"/>
      </p:ext>
    </p:extLst>
  </p:cSld>
  <p:clrMap bg1="lt1" tx1="dk1" bg2="lt2" tx2="dk2" accent1="accent1" accent2="accent2" accent3="accent3" accent4="accent4" accent5="accent5" accent6="accent6" hlink="hlink" folHlink="folHlink"/>
  <p:notesStyle>
    <a:lvl1pPr marL="0" algn="l" defTabSz="758826" rtl="0" eaLnBrk="1" latinLnBrk="0" hangingPunct="1">
      <a:defRPr sz="996" kern="1200">
        <a:solidFill>
          <a:schemeClr val="tx1"/>
        </a:solidFill>
        <a:latin typeface="+mn-lt"/>
        <a:ea typeface="+mn-ea"/>
        <a:cs typeface="+mn-cs"/>
      </a:defRPr>
    </a:lvl1pPr>
    <a:lvl2pPr marL="379412" algn="l" defTabSz="758826" rtl="0" eaLnBrk="1" latinLnBrk="0" hangingPunct="1">
      <a:defRPr sz="996" kern="1200">
        <a:solidFill>
          <a:schemeClr val="tx1"/>
        </a:solidFill>
        <a:latin typeface="+mn-lt"/>
        <a:ea typeface="+mn-ea"/>
        <a:cs typeface="+mn-cs"/>
      </a:defRPr>
    </a:lvl2pPr>
    <a:lvl3pPr marL="758826" algn="l" defTabSz="758826" rtl="0" eaLnBrk="1" latinLnBrk="0" hangingPunct="1">
      <a:defRPr sz="996" kern="1200">
        <a:solidFill>
          <a:schemeClr val="tx1"/>
        </a:solidFill>
        <a:latin typeface="+mn-lt"/>
        <a:ea typeface="+mn-ea"/>
        <a:cs typeface="+mn-cs"/>
      </a:defRPr>
    </a:lvl3pPr>
    <a:lvl4pPr marL="1138239" algn="l" defTabSz="758826" rtl="0" eaLnBrk="1" latinLnBrk="0" hangingPunct="1">
      <a:defRPr sz="996" kern="1200">
        <a:solidFill>
          <a:schemeClr val="tx1"/>
        </a:solidFill>
        <a:latin typeface="+mn-lt"/>
        <a:ea typeface="+mn-ea"/>
        <a:cs typeface="+mn-cs"/>
      </a:defRPr>
    </a:lvl4pPr>
    <a:lvl5pPr marL="1517651" algn="l" defTabSz="758826" rtl="0" eaLnBrk="1" latinLnBrk="0" hangingPunct="1">
      <a:defRPr sz="996" kern="1200">
        <a:solidFill>
          <a:schemeClr val="tx1"/>
        </a:solidFill>
        <a:latin typeface="+mn-lt"/>
        <a:ea typeface="+mn-ea"/>
        <a:cs typeface="+mn-cs"/>
      </a:defRPr>
    </a:lvl5pPr>
    <a:lvl6pPr marL="1897063" algn="l" defTabSz="758826" rtl="0" eaLnBrk="1" latinLnBrk="0" hangingPunct="1">
      <a:defRPr sz="996" kern="1200">
        <a:solidFill>
          <a:schemeClr val="tx1"/>
        </a:solidFill>
        <a:latin typeface="+mn-lt"/>
        <a:ea typeface="+mn-ea"/>
        <a:cs typeface="+mn-cs"/>
      </a:defRPr>
    </a:lvl6pPr>
    <a:lvl7pPr marL="2276475" algn="l" defTabSz="758826" rtl="0" eaLnBrk="1" latinLnBrk="0" hangingPunct="1">
      <a:defRPr sz="996" kern="1200">
        <a:solidFill>
          <a:schemeClr val="tx1"/>
        </a:solidFill>
        <a:latin typeface="+mn-lt"/>
        <a:ea typeface="+mn-ea"/>
        <a:cs typeface="+mn-cs"/>
      </a:defRPr>
    </a:lvl7pPr>
    <a:lvl8pPr marL="2655888" algn="l" defTabSz="758826" rtl="0" eaLnBrk="1" latinLnBrk="0" hangingPunct="1">
      <a:defRPr sz="996" kern="1200">
        <a:solidFill>
          <a:schemeClr val="tx1"/>
        </a:solidFill>
        <a:latin typeface="+mn-lt"/>
        <a:ea typeface="+mn-ea"/>
        <a:cs typeface="+mn-cs"/>
      </a:defRPr>
    </a:lvl8pPr>
    <a:lvl9pPr marL="3035301" algn="l" defTabSz="758826" rtl="0" eaLnBrk="1" latinLnBrk="0" hangingPunct="1">
      <a:defRPr sz="996"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slide">
    <p:spTree>
      <p:nvGrpSpPr>
        <p:cNvPr id="1" name=""/>
        <p:cNvGrpSpPr/>
        <p:nvPr/>
      </p:nvGrpSpPr>
      <p:grpSpPr>
        <a:xfrm>
          <a:off x="0" y="0"/>
          <a:ext cx="0" cy="0"/>
          <a:chOff x="0" y="0"/>
          <a:chExt cx="0" cy="0"/>
        </a:xfrm>
      </p:grpSpPr>
      <p:sp>
        <p:nvSpPr>
          <p:cNvPr id="2" name="Title 1"/>
          <p:cNvSpPr>
            <a:spLocks noGrp="1"/>
          </p:cNvSpPr>
          <p:nvPr>
            <p:ph type="ctrTitle"/>
          </p:nvPr>
        </p:nvSpPr>
        <p:spPr>
          <a:xfrm>
            <a:off x="539949" y="1767462"/>
            <a:ext cx="6119416" cy="3759917"/>
          </a:xfrm>
        </p:spPr>
        <p:txBody>
          <a:bodyPr anchor="b"/>
          <a:lstStyle>
            <a:lvl1pPr algn="ctr">
              <a:defRPr sz="4724"/>
            </a:lvl1pPr>
          </a:lstStyle>
          <a:p>
            <a:r>
              <a:rPr lang="da-DK"/>
              <a:t>Klik for at redigere titeltypografien i masteren</a:t>
            </a:r>
            <a:endParaRPr lang="en-US" dirty="0"/>
          </a:p>
        </p:txBody>
      </p:sp>
      <p:sp>
        <p:nvSpPr>
          <p:cNvPr id="3" name="Subtitle 2"/>
          <p:cNvSpPr>
            <a:spLocks noGrp="1"/>
          </p:cNvSpPr>
          <p:nvPr>
            <p:ph type="subTitle" idx="1"/>
          </p:nvPr>
        </p:nvSpPr>
        <p:spPr>
          <a:xfrm>
            <a:off x="899914" y="5672376"/>
            <a:ext cx="5399485" cy="2607442"/>
          </a:xfrm>
        </p:spPr>
        <p:txBody>
          <a:bodyPr/>
          <a:lstStyle>
            <a:lvl1pPr marL="0" indent="0" algn="ctr">
              <a:buNone/>
              <a:defRPr sz="1890"/>
            </a:lvl1pPr>
            <a:lvl2pPr marL="359954" indent="0" algn="ctr">
              <a:buNone/>
              <a:defRPr sz="1575"/>
            </a:lvl2pPr>
            <a:lvl3pPr marL="719907" indent="0" algn="ctr">
              <a:buNone/>
              <a:defRPr sz="1417"/>
            </a:lvl3pPr>
            <a:lvl4pPr marL="1079861" indent="0" algn="ctr">
              <a:buNone/>
              <a:defRPr sz="1260"/>
            </a:lvl4pPr>
            <a:lvl5pPr marL="1439814" indent="0" algn="ctr">
              <a:buNone/>
              <a:defRPr sz="1260"/>
            </a:lvl5pPr>
            <a:lvl6pPr marL="1799768" indent="0" algn="ctr">
              <a:buNone/>
              <a:defRPr sz="1260"/>
            </a:lvl6pPr>
            <a:lvl7pPr marL="2159721" indent="0" algn="ctr">
              <a:buNone/>
              <a:defRPr sz="1260"/>
            </a:lvl7pPr>
            <a:lvl8pPr marL="2519675" indent="0" algn="ctr">
              <a:buNone/>
              <a:defRPr sz="1260"/>
            </a:lvl8pPr>
            <a:lvl9pPr marL="2879628" indent="0" algn="ctr">
              <a:buNone/>
              <a:defRPr sz="1260"/>
            </a:lvl9pPr>
          </a:lstStyle>
          <a:p>
            <a:r>
              <a:rPr lang="da-DK"/>
              <a:t>Klik for at redigere undertiteltypografien i masteren</a:t>
            </a:r>
            <a:endParaRPr lang="en-US" dirty="0"/>
          </a:p>
        </p:txBody>
      </p:sp>
      <p:sp>
        <p:nvSpPr>
          <p:cNvPr id="4" name="Date Placeholder 3"/>
          <p:cNvSpPr>
            <a:spLocks noGrp="1"/>
          </p:cNvSpPr>
          <p:nvPr>
            <p:ph type="dt" sz="half" idx="10"/>
          </p:nvPr>
        </p:nvSpPr>
        <p:spPr/>
        <p:txBody>
          <a:bodyPr/>
          <a:lstStyle/>
          <a:p>
            <a:fld id="{7F7C35B5-416F-4C6A-A7BA-3025FC0120D2}" type="datetimeFigureOut">
              <a:rPr lang="da-DK" smtClean="0"/>
              <a:t>30-06-2026</a:t>
            </a:fld>
            <a:endParaRPr lang="da-DK"/>
          </a:p>
        </p:txBody>
      </p:sp>
      <p:sp>
        <p:nvSpPr>
          <p:cNvPr id="5" name="Footer Placeholder 4"/>
          <p:cNvSpPr>
            <a:spLocks noGrp="1"/>
          </p:cNvSpPr>
          <p:nvPr>
            <p:ph type="ftr" sz="quarter" idx="11"/>
          </p:nvPr>
        </p:nvSpPr>
        <p:spPr/>
        <p:txBody>
          <a:bodyPr/>
          <a:lstStyle/>
          <a:p>
            <a:endParaRPr lang="da-DK"/>
          </a:p>
        </p:txBody>
      </p:sp>
      <p:sp>
        <p:nvSpPr>
          <p:cNvPr id="6" name="Slide Number Placeholder 5"/>
          <p:cNvSpPr>
            <a:spLocks noGrp="1"/>
          </p:cNvSpPr>
          <p:nvPr>
            <p:ph type="sldNum" sz="quarter" idx="12"/>
          </p:nvPr>
        </p:nvSpPr>
        <p:spPr/>
        <p:txBody>
          <a:bodyPr/>
          <a:lstStyle/>
          <a:p>
            <a:fld id="{4D5F9296-6B5A-4C9C-9636-77AF1BA7D9F1}" type="slidenum">
              <a:rPr lang="da-DK" smtClean="0"/>
              <a:t>‹nr.›</a:t>
            </a:fld>
            <a:endParaRPr lang="da-DK"/>
          </a:p>
        </p:txBody>
      </p:sp>
    </p:spTree>
    <p:extLst>
      <p:ext uri="{BB962C8B-B14F-4D97-AF65-F5344CB8AC3E}">
        <p14:creationId xmlns:p14="http://schemas.microsoft.com/office/powerpoint/2010/main" val="13887316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og indholdsobjek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a-DK"/>
              <a:t>Klik for at redigere titeltypografien i masteren</a:t>
            </a:r>
            <a:endParaRPr lang="en-US" dirty="0"/>
          </a:p>
        </p:txBody>
      </p:sp>
      <p:sp>
        <p:nvSpPr>
          <p:cNvPr id="3" name="Content Placeholder 2"/>
          <p:cNvSpPr>
            <a:spLocks noGrp="1"/>
          </p:cNvSpPr>
          <p:nvPr>
            <p:ph idx="1"/>
          </p:nvPr>
        </p:nvSpPr>
        <p:spPr/>
        <p:txBody>
          <a:bodyPr/>
          <a:lstStyle/>
          <a:p>
            <a:pPr lvl="0"/>
            <a:r>
              <a:rPr lang="da-DK"/>
              <a:t>Klik for at redigere teksttypografierne i masteren</a:t>
            </a:r>
          </a:p>
          <a:p>
            <a:pPr lvl="1"/>
            <a:r>
              <a:rPr lang="da-DK"/>
              <a:t>Andet niveau</a:t>
            </a:r>
          </a:p>
          <a:p>
            <a:pPr lvl="2"/>
            <a:r>
              <a:rPr lang="da-DK"/>
              <a:t>Tredje niveau</a:t>
            </a:r>
          </a:p>
          <a:p>
            <a:pPr lvl="3"/>
            <a:r>
              <a:rPr lang="da-DK"/>
              <a:t>Fjerde niveau</a:t>
            </a:r>
          </a:p>
          <a:p>
            <a:pPr lvl="4"/>
            <a:r>
              <a:rPr lang="da-DK"/>
              <a:t>Femte niveau</a:t>
            </a:r>
            <a:endParaRPr lang="en-US" dirty="0"/>
          </a:p>
        </p:txBody>
      </p:sp>
      <p:sp>
        <p:nvSpPr>
          <p:cNvPr id="4" name="Date Placeholder 3"/>
          <p:cNvSpPr>
            <a:spLocks noGrp="1"/>
          </p:cNvSpPr>
          <p:nvPr>
            <p:ph type="dt" sz="half" idx="10"/>
          </p:nvPr>
        </p:nvSpPr>
        <p:spPr/>
        <p:txBody>
          <a:bodyPr/>
          <a:lstStyle/>
          <a:p>
            <a:fld id="{7F7C35B5-416F-4C6A-A7BA-3025FC0120D2}" type="datetimeFigureOut">
              <a:rPr lang="da-DK" smtClean="0"/>
              <a:t>30-06-2026</a:t>
            </a:fld>
            <a:endParaRPr lang="da-DK"/>
          </a:p>
        </p:txBody>
      </p:sp>
      <p:sp>
        <p:nvSpPr>
          <p:cNvPr id="5" name="Footer Placeholder 4"/>
          <p:cNvSpPr>
            <a:spLocks noGrp="1"/>
          </p:cNvSpPr>
          <p:nvPr>
            <p:ph type="ftr" sz="quarter" idx="11"/>
          </p:nvPr>
        </p:nvSpPr>
        <p:spPr/>
        <p:txBody>
          <a:bodyPr/>
          <a:lstStyle/>
          <a:p>
            <a:endParaRPr lang="da-DK"/>
          </a:p>
        </p:txBody>
      </p:sp>
      <p:sp>
        <p:nvSpPr>
          <p:cNvPr id="6" name="Slide Number Placeholder 5"/>
          <p:cNvSpPr>
            <a:spLocks noGrp="1"/>
          </p:cNvSpPr>
          <p:nvPr>
            <p:ph type="sldNum" sz="quarter" idx="12"/>
          </p:nvPr>
        </p:nvSpPr>
        <p:spPr/>
        <p:txBody>
          <a:bodyPr/>
          <a:lstStyle/>
          <a:p>
            <a:fld id="{4D5F9296-6B5A-4C9C-9636-77AF1BA7D9F1}" type="slidenum">
              <a:rPr lang="da-DK" smtClean="0"/>
              <a:t>‹nr.›</a:t>
            </a:fld>
            <a:endParaRPr lang="da-DK"/>
          </a:p>
        </p:txBody>
      </p:sp>
    </p:spTree>
    <p:extLst>
      <p:ext uri="{BB962C8B-B14F-4D97-AF65-F5344CB8AC3E}">
        <p14:creationId xmlns:p14="http://schemas.microsoft.com/office/powerpoint/2010/main" val="12842375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fsnitsoverskrift">
    <p:spTree>
      <p:nvGrpSpPr>
        <p:cNvPr id="1" name=""/>
        <p:cNvGrpSpPr/>
        <p:nvPr/>
      </p:nvGrpSpPr>
      <p:grpSpPr>
        <a:xfrm>
          <a:off x="0" y="0"/>
          <a:ext cx="0" cy="0"/>
          <a:chOff x="0" y="0"/>
          <a:chExt cx="0" cy="0"/>
        </a:xfrm>
      </p:grpSpPr>
      <p:sp>
        <p:nvSpPr>
          <p:cNvPr id="2" name="Title 1"/>
          <p:cNvSpPr>
            <a:spLocks noGrp="1"/>
          </p:cNvSpPr>
          <p:nvPr>
            <p:ph type="title"/>
          </p:nvPr>
        </p:nvSpPr>
        <p:spPr>
          <a:xfrm>
            <a:off x="491204" y="2692444"/>
            <a:ext cx="6209407" cy="4492401"/>
          </a:xfrm>
        </p:spPr>
        <p:txBody>
          <a:bodyPr anchor="b"/>
          <a:lstStyle>
            <a:lvl1pPr>
              <a:defRPr sz="4724"/>
            </a:lvl1pPr>
          </a:lstStyle>
          <a:p>
            <a:r>
              <a:rPr lang="da-DK"/>
              <a:t>Klik for at redigere titeltypografien i masteren</a:t>
            </a:r>
            <a:endParaRPr lang="en-US" dirty="0"/>
          </a:p>
        </p:txBody>
      </p:sp>
      <p:sp>
        <p:nvSpPr>
          <p:cNvPr id="3" name="Text Placeholder 2"/>
          <p:cNvSpPr>
            <a:spLocks noGrp="1"/>
          </p:cNvSpPr>
          <p:nvPr>
            <p:ph type="body" idx="1"/>
          </p:nvPr>
        </p:nvSpPr>
        <p:spPr>
          <a:xfrm>
            <a:off x="491204" y="7227345"/>
            <a:ext cx="6209407" cy="2362447"/>
          </a:xfrm>
        </p:spPr>
        <p:txBody>
          <a:bodyPr/>
          <a:lstStyle>
            <a:lvl1pPr marL="0" indent="0">
              <a:buNone/>
              <a:defRPr sz="1890">
                <a:solidFill>
                  <a:schemeClr val="tx1">
                    <a:tint val="82000"/>
                  </a:schemeClr>
                </a:solidFill>
              </a:defRPr>
            </a:lvl1pPr>
            <a:lvl2pPr marL="359954" indent="0">
              <a:buNone/>
              <a:defRPr sz="1575">
                <a:solidFill>
                  <a:schemeClr val="tx1">
                    <a:tint val="82000"/>
                  </a:schemeClr>
                </a:solidFill>
              </a:defRPr>
            </a:lvl2pPr>
            <a:lvl3pPr marL="719907" indent="0">
              <a:buNone/>
              <a:defRPr sz="1417">
                <a:solidFill>
                  <a:schemeClr val="tx1">
                    <a:tint val="82000"/>
                  </a:schemeClr>
                </a:solidFill>
              </a:defRPr>
            </a:lvl3pPr>
            <a:lvl4pPr marL="1079861" indent="0">
              <a:buNone/>
              <a:defRPr sz="1260">
                <a:solidFill>
                  <a:schemeClr val="tx1">
                    <a:tint val="82000"/>
                  </a:schemeClr>
                </a:solidFill>
              </a:defRPr>
            </a:lvl4pPr>
            <a:lvl5pPr marL="1439814" indent="0">
              <a:buNone/>
              <a:defRPr sz="1260">
                <a:solidFill>
                  <a:schemeClr val="tx1">
                    <a:tint val="82000"/>
                  </a:schemeClr>
                </a:solidFill>
              </a:defRPr>
            </a:lvl5pPr>
            <a:lvl6pPr marL="1799768" indent="0">
              <a:buNone/>
              <a:defRPr sz="1260">
                <a:solidFill>
                  <a:schemeClr val="tx1">
                    <a:tint val="82000"/>
                  </a:schemeClr>
                </a:solidFill>
              </a:defRPr>
            </a:lvl6pPr>
            <a:lvl7pPr marL="2159721" indent="0">
              <a:buNone/>
              <a:defRPr sz="1260">
                <a:solidFill>
                  <a:schemeClr val="tx1">
                    <a:tint val="82000"/>
                  </a:schemeClr>
                </a:solidFill>
              </a:defRPr>
            </a:lvl7pPr>
            <a:lvl8pPr marL="2519675" indent="0">
              <a:buNone/>
              <a:defRPr sz="1260">
                <a:solidFill>
                  <a:schemeClr val="tx1">
                    <a:tint val="82000"/>
                  </a:schemeClr>
                </a:solidFill>
              </a:defRPr>
            </a:lvl8pPr>
            <a:lvl9pPr marL="2879628" indent="0">
              <a:buNone/>
              <a:defRPr sz="1260">
                <a:solidFill>
                  <a:schemeClr val="tx1">
                    <a:tint val="82000"/>
                  </a:schemeClr>
                </a:solidFill>
              </a:defRPr>
            </a:lvl9pPr>
          </a:lstStyle>
          <a:p>
            <a:pPr lvl="0"/>
            <a:r>
              <a:rPr lang="da-DK"/>
              <a:t>Klik for at redigere teksttypografierne i masteren</a:t>
            </a:r>
          </a:p>
        </p:txBody>
      </p:sp>
      <p:sp>
        <p:nvSpPr>
          <p:cNvPr id="4" name="Date Placeholder 3"/>
          <p:cNvSpPr>
            <a:spLocks noGrp="1"/>
          </p:cNvSpPr>
          <p:nvPr>
            <p:ph type="dt" sz="half" idx="10"/>
          </p:nvPr>
        </p:nvSpPr>
        <p:spPr/>
        <p:txBody>
          <a:bodyPr/>
          <a:lstStyle/>
          <a:p>
            <a:fld id="{7F7C35B5-416F-4C6A-A7BA-3025FC0120D2}" type="datetimeFigureOut">
              <a:rPr lang="da-DK" smtClean="0"/>
              <a:t>30-06-2026</a:t>
            </a:fld>
            <a:endParaRPr lang="da-DK"/>
          </a:p>
        </p:txBody>
      </p:sp>
      <p:sp>
        <p:nvSpPr>
          <p:cNvPr id="5" name="Footer Placeholder 4"/>
          <p:cNvSpPr>
            <a:spLocks noGrp="1"/>
          </p:cNvSpPr>
          <p:nvPr>
            <p:ph type="ftr" sz="quarter" idx="11"/>
          </p:nvPr>
        </p:nvSpPr>
        <p:spPr/>
        <p:txBody>
          <a:bodyPr/>
          <a:lstStyle/>
          <a:p>
            <a:endParaRPr lang="da-DK"/>
          </a:p>
        </p:txBody>
      </p:sp>
      <p:sp>
        <p:nvSpPr>
          <p:cNvPr id="6" name="Slide Number Placeholder 5"/>
          <p:cNvSpPr>
            <a:spLocks noGrp="1"/>
          </p:cNvSpPr>
          <p:nvPr>
            <p:ph type="sldNum" sz="quarter" idx="12"/>
          </p:nvPr>
        </p:nvSpPr>
        <p:spPr/>
        <p:txBody>
          <a:bodyPr/>
          <a:lstStyle/>
          <a:p>
            <a:fld id="{4D5F9296-6B5A-4C9C-9636-77AF1BA7D9F1}" type="slidenum">
              <a:rPr lang="da-DK" smtClean="0"/>
              <a:t>‹nr.›</a:t>
            </a:fld>
            <a:endParaRPr lang="da-DK"/>
          </a:p>
        </p:txBody>
      </p:sp>
    </p:spTree>
    <p:extLst>
      <p:ext uri="{BB962C8B-B14F-4D97-AF65-F5344CB8AC3E}">
        <p14:creationId xmlns:p14="http://schemas.microsoft.com/office/powerpoint/2010/main" val="21814078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o indholdsobjekter">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a-DK"/>
              <a:t>Klik for at redigere titeltypografien i masteren</a:t>
            </a:r>
            <a:endParaRPr lang="en-US" dirty="0"/>
          </a:p>
        </p:txBody>
      </p:sp>
      <p:sp>
        <p:nvSpPr>
          <p:cNvPr id="3" name="Content Placeholder 2"/>
          <p:cNvSpPr>
            <a:spLocks noGrp="1"/>
          </p:cNvSpPr>
          <p:nvPr>
            <p:ph sz="half" idx="1"/>
          </p:nvPr>
        </p:nvSpPr>
        <p:spPr>
          <a:xfrm>
            <a:off x="494953" y="2874937"/>
            <a:ext cx="3059708" cy="6852350"/>
          </a:xfrm>
        </p:spPr>
        <p:txBody>
          <a:bodyPr/>
          <a:lstStyle/>
          <a:p>
            <a:pPr lvl="0"/>
            <a:r>
              <a:rPr lang="da-DK"/>
              <a:t>Klik for at redigere teksttypografierne i masteren</a:t>
            </a:r>
          </a:p>
          <a:p>
            <a:pPr lvl="1"/>
            <a:r>
              <a:rPr lang="da-DK"/>
              <a:t>Andet niveau</a:t>
            </a:r>
          </a:p>
          <a:p>
            <a:pPr lvl="2"/>
            <a:r>
              <a:rPr lang="da-DK"/>
              <a:t>Tredje niveau</a:t>
            </a:r>
          </a:p>
          <a:p>
            <a:pPr lvl="3"/>
            <a:r>
              <a:rPr lang="da-DK"/>
              <a:t>Fjerde niveau</a:t>
            </a:r>
          </a:p>
          <a:p>
            <a:pPr lvl="4"/>
            <a:r>
              <a:rPr lang="da-DK"/>
              <a:t>Femte niveau</a:t>
            </a:r>
            <a:endParaRPr lang="en-US" dirty="0"/>
          </a:p>
        </p:txBody>
      </p:sp>
      <p:sp>
        <p:nvSpPr>
          <p:cNvPr id="4" name="Content Placeholder 3"/>
          <p:cNvSpPr>
            <a:spLocks noGrp="1"/>
          </p:cNvSpPr>
          <p:nvPr>
            <p:ph sz="half" idx="2"/>
          </p:nvPr>
        </p:nvSpPr>
        <p:spPr>
          <a:xfrm>
            <a:off x="3644652" y="2874937"/>
            <a:ext cx="3059708" cy="6852350"/>
          </a:xfrm>
        </p:spPr>
        <p:txBody>
          <a:bodyPr/>
          <a:lstStyle/>
          <a:p>
            <a:pPr lvl="0"/>
            <a:r>
              <a:rPr lang="da-DK"/>
              <a:t>Klik for at redigere teksttypografierne i masteren</a:t>
            </a:r>
          </a:p>
          <a:p>
            <a:pPr lvl="1"/>
            <a:r>
              <a:rPr lang="da-DK"/>
              <a:t>Andet niveau</a:t>
            </a:r>
          </a:p>
          <a:p>
            <a:pPr lvl="2"/>
            <a:r>
              <a:rPr lang="da-DK"/>
              <a:t>Tredje niveau</a:t>
            </a:r>
          </a:p>
          <a:p>
            <a:pPr lvl="3"/>
            <a:r>
              <a:rPr lang="da-DK"/>
              <a:t>Fjerde niveau</a:t>
            </a:r>
          </a:p>
          <a:p>
            <a:pPr lvl="4"/>
            <a:r>
              <a:rPr lang="da-DK"/>
              <a:t>Femte niveau</a:t>
            </a:r>
            <a:endParaRPr lang="en-US" dirty="0"/>
          </a:p>
        </p:txBody>
      </p:sp>
      <p:sp>
        <p:nvSpPr>
          <p:cNvPr id="5" name="Date Placeholder 4"/>
          <p:cNvSpPr>
            <a:spLocks noGrp="1"/>
          </p:cNvSpPr>
          <p:nvPr>
            <p:ph type="dt" sz="half" idx="10"/>
          </p:nvPr>
        </p:nvSpPr>
        <p:spPr/>
        <p:txBody>
          <a:bodyPr/>
          <a:lstStyle/>
          <a:p>
            <a:fld id="{7F7C35B5-416F-4C6A-A7BA-3025FC0120D2}" type="datetimeFigureOut">
              <a:rPr lang="da-DK" smtClean="0"/>
              <a:t>30-06-2026</a:t>
            </a:fld>
            <a:endParaRPr lang="da-DK"/>
          </a:p>
        </p:txBody>
      </p:sp>
      <p:sp>
        <p:nvSpPr>
          <p:cNvPr id="6" name="Footer Placeholder 5"/>
          <p:cNvSpPr>
            <a:spLocks noGrp="1"/>
          </p:cNvSpPr>
          <p:nvPr>
            <p:ph type="ftr" sz="quarter" idx="11"/>
          </p:nvPr>
        </p:nvSpPr>
        <p:spPr/>
        <p:txBody>
          <a:bodyPr/>
          <a:lstStyle/>
          <a:p>
            <a:endParaRPr lang="da-DK"/>
          </a:p>
        </p:txBody>
      </p:sp>
      <p:sp>
        <p:nvSpPr>
          <p:cNvPr id="7" name="Slide Number Placeholder 6"/>
          <p:cNvSpPr>
            <a:spLocks noGrp="1"/>
          </p:cNvSpPr>
          <p:nvPr>
            <p:ph type="sldNum" sz="quarter" idx="12"/>
          </p:nvPr>
        </p:nvSpPr>
        <p:spPr/>
        <p:txBody>
          <a:bodyPr/>
          <a:lstStyle/>
          <a:p>
            <a:fld id="{4D5F9296-6B5A-4C9C-9636-77AF1BA7D9F1}" type="slidenum">
              <a:rPr lang="da-DK" smtClean="0"/>
              <a:t>‹nr.›</a:t>
            </a:fld>
            <a:endParaRPr lang="da-DK"/>
          </a:p>
        </p:txBody>
      </p:sp>
    </p:spTree>
    <p:extLst>
      <p:ext uri="{BB962C8B-B14F-4D97-AF65-F5344CB8AC3E}">
        <p14:creationId xmlns:p14="http://schemas.microsoft.com/office/powerpoint/2010/main" val="80114469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Sammenligning">
    <p:spTree>
      <p:nvGrpSpPr>
        <p:cNvPr id="1" name=""/>
        <p:cNvGrpSpPr/>
        <p:nvPr/>
      </p:nvGrpSpPr>
      <p:grpSpPr>
        <a:xfrm>
          <a:off x="0" y="0"/>
          <a:ext cx="0" cy="0"/>
          <a:chOff x="0" y="0"/>
          <a:chExt cx="0" cy="0"/>
        </a:xfrm>
      </p:grpSpPr>
      <p:sp>
        <p:nvSpPr>
          <p:cNvPr id="2" name="Title 1"/>
          <p:cNvSpPr>
            <a:spLocks noGrp="1"/>
          </p:cNvSpPr>
          <p:nvPr>
            <p:ph type="title"/>
          </p:nvPr>
        </p:nvSpPr>
        <p:spPr>
          <a:xfrm>
            <a:off x="495891" y="574990"/>
            <a:ext cx="6209407" cy="2087455"/>
          </a:xfrm>
        </p:spPr>
        <p:txBody>
          <a:bodyPr/>
          <a:lstStyle/>
          <a:p>
            <a:r>
              <a:rPr lang="da-DK"/>
              <a:t>Klik for at redigere titeltypografien i masteren</a:t>
            </a:r>
            <a:endParaRPr lang="en-US" dirty="0"/>
          </a:p>
        </p:txBody>
      </p:sp>
      <p:sp>
        <p:nvSpPr>
          <p:cNvPr id="3" name="Text Placeholder 2"/>
          <p:cNvSpPr>
            <a:spLocks noGrp="1"/>
          </p:cNvSpPr>
          <p:nvPr>
            <p:ph type="body" idx="1"/>
          </p:nvPr>
        </p:nvSpPr>
        <p:spPr>
          <a:xfrm>
            <a:off x="495891" y="2647443"/>
            <a:ext cx="3045646" cy="1297471"/>
          </a:xfrm>
        </p:spPr>
        <p:txBody>
          <a:bodyPr anchor="b"/>
          <a:lstStyle>
            <a:lvl1pPr marL="0" indent="0">
              <a:buNone/>
              <a:defRPr sz="1890" b="1"/>
            </a:lvl1pPr>
            <a:lvl2pPr marL="359954" indent="0">
              <a:buNone/>
              <a:defRPr sz="1575" b="1"/>
            </a:lvl2pPr>
            <a:lvl3pPr marL="719907" indent="0">
              <a:buNone/>
              <a:defRPr sz="1417" b="1"/>
            </a:lvl3pPr>
            <a:lvl4pPr marL="1079861" indent="0">
              <a:buNone/>
              <a:defRPr sz="1260" b="1"/>
            </a:lvl4pPr>
            <a:lvl5pPr marL="1439814" indent="0">
              <a:buNone/>
              <a:defRPr sz="1260" b="1"/>
            </a:lvl5pPr>
            <a:lvl6pPr marL="1799768" indent="0">
              <a:buNone/>
              <a:defRPr sz="1260" b="1"/>
            </a:lvl6pPr>
            <a:lvl7pPr marL="2159721" indent="0">
              <a:buNone/>
              <a:defRPr sz="1260" b="1"/>
            </a:lvl7pPr>
            <a:lvl8pPr marL="2519675" indent="0">
              <a:buNone/>
              <a:defRPr sz="1260" b="1"/>
            </a:lvl8pPr>
            <a:lvl9pPr marL="2879628" indent="0">
              <a:buNone/>
              <a:defRPr sz="1260" b="1"/>
            </a:lvl9pPr>
          </a:lstStyle>
          <a:p>
            <a:pPr lvl="0"/>
            <a:r>
              <a:rPr lang="da-DK"/>
              <a:t>Klik for at redigere teksttypografierne i masteren</a:t>
            </a:r>
          </a:p>
        </p:txBody>
      </p:sp>
      <p:sp>
        <p:nvSpPr>
          <p:cNvPr id="4" name="Content Placeholder 3"/>
          <p:cNvSpPr>
            <a:spLocks noGrp="1"/>
          </p:cNvSpPr>
          <p:nvPr>
            <p:ph sz="half" idx="2"/>
          </p:nvPr>
        </p:nvSpPr>
        <p:spPr>
          <a:xfrm>
            <a:off x="495891" y="3944914"/>
            <a:ext cx="3045646" cy="5802373"/>
          </a:xfrm>
        </p:spPr>
        <p:txBody>
          <a:bodyPr/>
          <a:lstStyle/>
          <a:p>
            <a:pPr lvl="0"/>
            <a:r>
              <a:rPr lang="da-DK"/>
              <a:t>Klik for at redigere teksttypografierne i masteren</a:t>
            </a:r>
          </a:p>
          <a:p>
            <a:pPr lvl="1"/>
            <a:r>
              <a:rPr lang="da-DK"/>
              <a:t>Andet niveau</a:t>
            </a:r>
          </a:p>
          <a:p>
            <a:pPr lvl="2"/>
            <a:r>
              <a:rPr lang="da-DK"/>
              <a:t>Tredje niveau</a:t>
            </a:r>
          </a:p>
          <a:p>
            <a:pPr lvl="3"/>
            <a:r>
              <a:rPr lang="da-DK"/>
              <a:t>Fjerde niveau</a:t>
            </a:r>
          </a:p>
          <a:p>
            <a:pPr lvl="4"/>
            <a:r>
              <a:rPr lang="da-DK"/>
              <a:t>Femte niveau</a:t>
            </a:r>
            <a:endParaRPr lang="en-US" dirty="0"/>
          </a:p>
        </p:txBody>
      </p:sp>
      <p:sp>
        <p:nvSpPr>
          <p:cNvPr id="5" name="Text Placeholder 4"/>
          <p:cNvSpPr>
            <a:spLocks noGrp="1"/>
          </p:cNvSpPr>
          <p:nvPr>
            <p:ph type="body" sz="quarter" idx="3"/>
          </p:nvPr>
        </p:nvSpPr>
        <p:spPr>
          <a:xfrm>
            <a:off x="3644652" y="2647443"/>
            <a:ext cx="3060646" cy="1297471"/>
          </a:xfrm>
        </p:spPr>
        <p:txBody>
          <a:bodyPr anchor="b"/>
          <a:lstStyle>
            <a:lvl1pPr marL="0" indent="0">
              <a:buNone/>
              <a:defRPr sz="1890" b="1"/>
            </a:lvl1pPr>
            <a:lvl2pPr marL="359954" indent="0">
              <a:buNone/>
              <a:defRPr sz="1575" b="1"/>
            </a:lvl2pPr>
            <a:lvl3pPr marL="719907" indent="0">
              <a:buNone/>
              <a:defRPr sz="1417" b="1"/>
            </a:lvl3pPr>
            <a:lvl4pPr marL="1079861" indent="0">
              <a:buNone/>
              <a:defRPr sz="1260" b="1"/>
            </a:lvl4pPr>
            <a:lvl5pPr marL="1439814" indent="0">
              <a:buNone/>
              <a:defRPr sz="1260" b="1"/>
            </a:lvl5pPr>
            <a:lvl6pPr marL="1799768" indent="0">
              <a:buNone/>
              <a:defRPr sz="1260" b="1"/>
            </a:lvl6pPr>
            <a:lvl7pPr marL="2159721" indent="0">
              <a:buNone/>
              <a:defRPr sz="1260" b="1"/>
            </a:lvl7pPr>
            <a:lvl8pPr marL="2519675" indent="0">
              <a:buNone/>
              <a:defRPr sz="1260" b="1"/>
            </a:lvl8pPr>
            <a:lvl9pPr marL="2879628" indent="0">
              <a:buNone/>
              <a:defRPr sz="1260" b="1"/>
            </a:lvl9pPr>
          </a:lstStyle>
          <a:p>
            <a:pPr lvl="0"/>
            <a:r>
              <a:rPr lang="da-DK"/>
              <a:t>Klik for at redigere teksttypografierne i masteren</a:t>
            </a:r>
          </a:p>
        </p:txBody>
      </p:sp>
      <p:sp>
        <p:nvSpPr>
          <p:cNvPr id="6" name="Content Placeholder 5"/>
          <p:cNvSpPr>
            <a:spLocks noGrp="1"/>
          </p:cNvSpPr>
          <p:nvPr>
            <p:ph sz="quarter" idx="4"/>
          </p:nvPr>
        </p:nvSpPr>
        <p:spPr>
          <a:xfrm>
            <a:off x="3644652" y="3944914"/>
            <a:ext cx="3060646" cy="5802373"/>
          </a:xfrm>
        </p:spPr>
        <p:txBody>
          <a:bodyPr/>
          <a:lstStyle/>
          <a:p>
            <a:pPr lvl="0"/>
            <a:r>
              <a:rPr lang="da-DK"/>
              <a:t>Klik for at redigere teksttypografierne i masteren</a:t>
            </a:r>
          </a:p>
          <a:p>
            <a:pPr lvl="1"/>
            <a:r>
              <a:rPr lang="da-DK"/>
              <a:t>Andet niveau</a:t>
            </a:r>
          </a:p>
          <a:p>
            <a:pPr lvl="2"/>
            <a:r>
              <a:rPr lang="da-DK"/>
              <a:t>Tredje niveau</a:t>
            </a:r>
          </a:p>
          <a:p>
            <a:pPr lvl="3"/>
            <a:r>
              <a:rPr lang="da-DK"/>
              <a:t>Fjerde niveau</a:t>
            </a:r>
          </a:p>
          <a:p>
            <a:pPr lvl="4"/>
            <a:r>
              <a:rPr lang="da-DK"/>
              <a:t>Femte niveau</a:t>
            </a:r>
            <a:endParaRPr lang="en-US" dirty="0"/>
          </a:p>
        </p:txBody>
      </p:sp>
      <p:sp>
        <p:nvSpPr>
          <p:cNvPr id="7" name="Date Placeholder 6"/>
          <p:cNvSpPr>
            <a:spLocks noGrp="1"/>
          </p:cNvSpPr>
          <p:nvPr>
            <p:ph type="dt" sz="half" idx="10"/>
          </p:nvPr>
        </p:nvSpPr>
        <p:spPr/>
        <p:txBody>
          <a:bodyPr/>
          <a:lstStyle/>
          <a:p>
            <a:fld id="{7F7C35B5-416F-4C6A-A7BA-3025FC0120D2}" type="datetimeFigureOut">
              <a:rPr lang="da-DK" smtClean="0"/>
              <a:t>30-06-2026</a:t>
            </a:fld>
            <a:endParaRPr lang="da-DK"/>
          </a:p>
        </p:txBody>
      </p:sp>
      <p:sp>
        <p:nvSpPr>
          <p:cNvPr id="8" name="Footer Placeholder 7"/>
          <p:cNvSpPr>
            <a:spLocks noGrp="1"/>
          </p:cNvSpPr>
          <p:nvPr>
            <p:ph type="ftr" sz="quarter" idx="11"/>
          </p:nvPr>
        </p:nvSpPr>
        <p:spPr/>
        <p:txBody>
          <a:bodyPr/>
          <a:lstStyle/>
          <a:p>
            <a:endParaRPr lang="da-DK"/>
          </a:p>
        </p:txBody>
      </p:sp>
      <p:sp>
        <p:nvSpPr>
          <p:cNvPr id="9" name="Slide Number Placeholder 8"/>
          <p:cNvSpPr>
            <a:spLocks noGrp="1"/>
          </p:cNvSpPr>
          <p:nvPr>
            <p:ph type="sldNum" sz="quarter" idx="12"/>
          </p:nvPr>
        </p:nvSpPr>
        <p:spPr/>
        <p:txBody>
          <a:bodyPr/>
          <a:lstStyle/>
          <a:p>
            <a:fld id="{4D5F9296-6B5A-4C9C-9636-77AF1BA7D9F1}" type="slidenum">
              <a:rPr lang="da-DK" smtClean="0"/>
              <a:t>‹nr.›</a:t>
            </a:fld>
            <a:endParaRPr lang="da-DK"/>
          </a:p>
        </p:txBody>
      </p:sp>
    </p:spTree>
    <p:extLst>
      <p:ext uri="{BB962C8B-B14F-4D97-AF65-F5344CB8AC3E}">
        <p14:creationId xmlns:p14="http://schemas.microsoft.com/office/powerpoint/2010/main" val="7201303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Kun tite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a-DK"/>
              <a:t>Klik for at redigere titeltypografien i masteren</a:t>
            </a:r>
            <a:endParaRPr lang="en-US" dirty="0"/>
          </a:p>
        </p:txBody>
      </p:sp>
      <p:sp>
        <p:nvSpPr>
          <p:cNvPr id="3" name="Date Placeholder 2"/>
          <p:cNvSpPr>
            <a:spLocks noGrp="1"/>
          </p:cNvSpPr>
          <p:nvPr>
            <p:ph type="dt" sz="half" idx="10"/>
          </p:nvPr>
        </p:nvSpPr>
        <p:spPr/>
        <p:txBody>
          <a:bodyPr/>
          <a:lstStyle/>
          <a:p>
            <a:fld id="{7F7C35B5-416F-4C6A-A7BA-3025FC0120D2}" type="datetimeFigureOut">
              <a:rPr lang="da-DK" smtClean="0"/>
              <a:t>30-06-2026</a:t>
            </a:fld>
            <a:endParaRPr lang="da-DK"/>
          </a:p>
        </p:txBody>
      </p:sp>
      <p:sp>
        <p:nvSpPr>
          <p:cNvPr id="4" name="Footer Placeholder 3"/>
          <p:cNvSpPr>
            <a:spLocks noGrp="1"/>
          </p:cNvSpPr>
          <p:nvPr>
            <p:ph type="ftr" sz="quarter" idx="11"/>
          </p:nvPr>
        </p:nvSpPr>
        <p:spPr/>
        <p:txBody>
          <a:bodyPr/>
          <a:lstStyle/>
          <a:p>
            <a:endParaRPr lang="da-DK"/>
          </a:p>
        </p:txBody>
      </p:sp>
      <p:sp>
        <p:nvSpPr>
          <p:cNvPr id="5" name="Slide Number Placeholder 4"/>
          <p:cNvSpPr>
            <a:spLocks noGrp="1"/>
          </p:cNvSpPr>
          <p:nvPr>
            <p:ph type="sldNum" sz="quarter" idx="12"/>
          </p:nvPr>
        </p:nvSpPr>
        <p:spPr/>
        <p:txBody>
          <a:bodyPr/>
          <a:lstStyle/>
          <a:p>
            <a:fld id="{4D5F9296-6B5A-4C9C-9636-77AF1BA7D9F1}" type="slidenum">
              <a:rPr lang="da-DK" smtClean="0"/>
              <a:t>‹nr.›</a:t>
            </a:fld>
            <a:endParaRPr lang="da-DK"/>
          </a:p>
        </p:txBody>
      </p:sp>
    </p:spTree>
    <p:extLst>
      <p:ext uri="{BB962C8B-B14F-4D97-AF65-F5344CB8AC3E}">
        <p14:creationId xmlns:p14="http://schemas.microsoft.com/office/powerpoint/2010/main" val="327266448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Tom">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F7C35B5-416F-4C6A-A7BA-3025FC0120D2}" type="datetimeFigureOut">
              <a:rPr lang="da-DK" smtClean="0"/>
              <a:t>30-06-2026</a:t>
            </a:fld>
            <a:endParaRPr lang="da-DK"/>
          </a:p>
        </p:txBody>
      </p:sp>
      <p:sp>
        <p:nvSpPr>
          <p:cNvPr id="3" name="Footer Placeholder 2"/>
          <p:cNvSpPr>
            <a:spLocks noGrp="1"/>
          </p:cNvSpPr>
          <p:nvPr>
            <p:ph type="ftr" sz="quarter" idx="11"/>
          </p:nvPr>
        </p:nvSpPr>
        <p:spPr/>
        <p:txBody>
          <a:bodyPr/>
          <a:lstStyle/>
          <a:p>
            <a:endParaRPr lang="da-DK"/>
          </a:p>
        </p:txBody>
      </p:sp>
      <p:sp>
        <p:nvSpPr>
          <p:cNvPr id="4" name="Slide Number Placeholder 3"/>
          <p:cNvSpPr>
            <a:spLocks noGrp="1"/>
          </p:cNvSpPr>
          <p:nvPr>
            <p:ph type="sldNum" sz="quarter" idx="12"/>
          </p:nvPr>
        </p:nvSpPr>
        <p:spPr/>
        <p:txBody>
          <a:bodyPr/>
          <a:lstStyle/>
          <a:p>
            <a:fld id="{4D5F9296-6B5A-4C9C-9636-77AF1BA7D9F1}" type="slidenum">
              <a:rPr lang="da-DK" smtClean="0"/>
              <a:t>‹nr.›</a:t>
            </a:fld>
            <a:endParaRPr lang="da-DK"/>
          </a:p>
        </p:txBody>
      </p:sp>
    </p:spTree>
    <p:extLst>
      <p:ext uri="{BB962C8B-B14F-4D97-AF65-F5344CB8AC3E}">
        <p14:creationId xmlns:p14="http://schemas.microsoft.com/office/powerpoint/2010/main" val="27844768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dhold med billedtekst">
    <p:spTree>
      <p:nvGrpSpPr>
        <p:cNvPr id="1" name=""/>
        <p:cNvGrpSpPr/>
        <p:nvPr/>
      </p:nvGrpSpPr>
      <p:grpSpPr>
        <a:xfrm>
          <a:off x="0" y="0"/>
          <a:ext cx="0" cy="0"/>
          <a:chOff x="0" y="0"/>
          <a:chExt cx="0" cy="0"/>
        </a:xfrm>
      </p:grpSpPr>
      <p:sp>
        <p:nvSpPr>
          <p:cNvPr id="2" name="Title 1"/>
          <p:cNvSpPr>
            <a:spLocks noGrp="1"/>
          </p:cNvSpPr>
          <p:nvPr>
            <p:ph type="title"/>
          </p:nvPr>
        </p:nvSpPr>
        <p:spPr>
          <a:xfrm>
            <a:off x="495890" y="719984"/>
            <a:ext cx="2321966" cy="2519945"/>
          </a:xfrm>
        </p:spPr>
        <p:txBody>
          <a:bodyPr anchor="b"/>
          <a:lstStyle>
            <a:lvl1pPr>
              <a:defRPr sz="2519"/>
            </a:lvl1pPr>
          </a:lstStyle>
          <a:p>
            <a:r>
              <a:rPr lang="da-DK"/>
              <a:t>Klik for at redigere titeltypografien i masteren</a:t>
            </a:r>
            <a:endParaRPr lang="en-US" dirty="0"/>
          </a:p>
        </p:txBody>
      </p:sp>
      <p:sp>
        <p:nvSpPr>
          <p:cNvPr id="3" name="Content Placeholder 2"/>
          <p:cNvSpPr>
            <a:spLocks noGrp="1"/>
          </p:cNvSpPr>
          <p:nvPr>
            <p:ph idx="1"/>
          </p:nvPr>
        </p:nvSpPr>
        <p:spPr>
          <a:xfrm>
            <a:off x="3060646" y="1554968"/>
            <a:ext cx="3644652" cy="7674832"/>
          </a:xfrm>
        </p:spPr>
        <p:txBody>
          <a:bodyPr/>
          <a:lstStyle>
            <a:lvl1pPr>
              <a:defRPr sz="2519"/>
            </a:lvl1pPr>
            <a:lvl2pPr>
              <a:defRPr sz="2204"/>
            </a:lvl2pPr>
            <a:lvl3pPr>
              <a:defRPr sz="1890"/>
            </a:lvl3pPr>
            <a:lvl4pPr>
              <a:defRPr sz="1575"/>
            </a:lvl4pPr>
            <a:lvl5pPr>
              <a:defRPr sz="1575"/>
            </a:lvl5pPr>
            <a:lvl6pPr>
              <a:defRPr sz="1575"/>
            </a:lvl6pPr>
            <a:lvl7pPr>
              <a:defRPr sz="1575"/>
            </a:lvl7pPr>
            <a:lvl8pPr>
              <a:defRPr sz="1575"/>
            </a:lvl8pPr>
            <a:lvl9pPr>
              <a:defRPr sz="1575"/>
            </a:lvl9pPr>
          </a:lstStyle>
          <a:p>
            <a:pPr lvl="0"/>
            <a:r>
              <a:rPr lang="da-DK"/>
              <a:t>Klik for at redigere teksttypografierne i masteren</a:t>
            </a:r>
          </a:p>
          <a:p>
            <a:pPr lvl="1"/>
            <a:r>
              <a:rPr lang="da-DK"/>
              <a:t>Andet niveau</a:t>
            </a:r>
          </a:p>
          <a:p>
            <a:pPr lvl="2"/>
            <a:r>
              <a:rPr lang="da-DK"/>
              <a:t>Tredje niveau</a:t>
            </a:r>
          </a:p>
          <a:p>
            <a:pPr lvl="3"/>
            <a:r>
              <a:rPr lang="da-DK"/>
              <a:t>Fjerde niveau</a:t>
            </a:r>
          </a:p>
          <a:p>
            <a:pPr lvl="4"/>
            <a:r>
              <a:rPr lang="da-DK"/>
              <a:t>Femte niveau</a:t>
            </a:r>
            <a:endParaRPr lang="en-US" dirty="0"/>
          </a:p>
        </p:txBody>
      </p:sp>
      <p:sp>
        <p:nvSpPr>
          <p:cNvPr id="4" name="Text Placeholder 3"/>
          <p:cNvSpPr>
            <a:spLocks noGrp="1"/>
          </p:cNvSpPr>
          <p:nvPr>
            <p:ph type="body" sz="half" idx="2"/>
          </p:nvPr>
        </p:nvSpPr>
        <p:spPr>
          <a:xfrm>
            <a:off x="495890" y="3239929"/>
            <a:ext cx="2321966" cy="6002369"/>
          </a:xfrm>
        </p:spPr>
        <p:txBody>
          <a:bodyPr/>
          <a:lstStyle>
            <a:lvl1pPr marL="0" indent="0">
              <a:buNone/>
              <a:defRPr sz="1260"/>
            </a:lvl1pPr>
            <a:lvl2pPr marL="359954" indent="0">
              <a:buNone/>
              <a:defRPr sz="1102"/>
            </a:lvl2pPr>
            <a:lvl3pPr marL="719907" indent="0">
              <a:buNone/>
              <a:defRPr sz="945"/>
            </a:lvl3pPr>
            <a:lvl4pPr marL="1079861" indent="0">
              <a:buNone/>
              <a:defRPr sz="787"/>
            </a:lvl4pPr>
            <a:lvl5pPr marL="1439814" indent="0">
              <a:buNone/>
              <a:defRPr sz="787"/>
            </a:lvl5pPr>
            <a:lvl6pPr marL="1799768" indent="0">
              <a:buNone/>
              <a:defRPr sz="787"/>
            </a:lvl6pPr>
            <a:lvl7pPr marL="2159721" indent="0">
              <a:buNone/>
              <a:defRPr sz="787"/>
            </a:lvl7pPr>
            <a:lvl8pPr marL="2519675" indent="0">
              <a:buNone/>
              <a:defRPr sz="787"/>
            </a:lvl8pPr>
            <a:lvl9pPr marL="2879628" indent="0">
              <a:buNone/>
              <a:defRPr sz="787"/>
            </a:lvl9pPr>
          </a:lstStyle>
          <a:p>
            <a:pPr lvl="0"/>
            <a:r>
              <a:rPr lang="da-DK"/>
              <a:t>Klik for at redigere teksttypografierne i masteren</a:t>
            </a:r>
          </a:p>
        </p:txBody>
      </p:sp>
      <p:sp>
        <p:nvSpPr>
          <p:cNvPr id="5" name="Date Placeholder 4"/>
          <p:cNvSpPr>
            <a:spLocks noGrp="1"/>
          </p:cNvSpPr>
          <p:nvPr>
            <p:ph type="dt" sz="half" idx="10"/>
          </p:nvPr>
        </p:nvSpPr>
        <p:spPr/>
        <p:txBody>
          <a:bodyPr/>
          <a:lstStyle/>
          <a:p>
            <a:fld id="{7F7C35B5-416F-4C6A-A7BA-3025FC0120D2}" type="datetimeFigureOut">
              <a:rPr lang="da-DK" smtClean="0"/>
              <a:t>30-06-2026</a:t>
            </a:fld>
            <a:endParaRPr lang="da-DK"/>
          </a:p>
        </p:txBody>
      </p:sp>
      <p:sp>
        <p:nvSpPr>
          <p:cNvPr id="6" name="Footer Placeholder 5"/>
          <p:cNvSpPr>
            <a:spLocks noGrp="1"/>
          </p:cNvSpPr>
          <p:nvPr>
            <p:ph type="ftr" sz="quarter" idx="11"/>
          </p:nvPr>
        </p:nvSpPr>
        <p:spPr/>
        <p:txBody>
          <a:bodyPr/>
          <a:lstStyle/>
          <a:p>
            <a:endParaRPr lang="da-DK"/>
          </a:p>
        </p:txBody>
      </p:sp>
      <p:sp>
        <p:nvSpPr>
          <p:cNvPr id="7" name="Slide Number Placeholder 6"/>
          <p:cNvSpPr>
            <a:spLocks noGrp="1"/>
          </p:cNvSpPr>
          <p:nvPr>
            <p:ph type="sldNum" sz="quarter" idx="12"/>
          </p:nvPr>
        </p:nvSpPr>
        <p:spPr/>
        <p:txBody>
          <a:bodyPr/>
          <a:lstStyle/>
          <a:p>
            <a:fld id="{4D5F9296-6B5A-4C9C-9636-77AF1BA7D9F1}" type="slidenum">
              <a:rPr lang="da-DK" smtClean="0"/>
              <a:t>‹nr.›</a:t>
            </a:fld>
            <a:endParaRPr lang="da-DK"/>
          </a:p>
        </p:txBody>
      </p:sp>
    </p:spTree>
    <p:extLst>
      <p:ext uri="{BB962C8B-B14F-4D97-AF65-F5344CB8AC3E}">
        <p14:creationId xmlns:p14="http://schemas.microsoft.com/office/powerpoint/2010/main" val="32021704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illede med billedtekst">
    <p:spTree>
      <p:nvGrpSpPr>
        <p:cNvPr id="1" name=""/>
        <p:cNvGrpSpPr/>
        <p:nvPr/>
      </p:nvGrpSpPr>
      <p:grpSpPr>
        <a:xfrm>
          <a:off x="0" y="0"/>
          <a:ext cx="0" cy="0"/>
          <a:chOff x="0" y="0"/>
          <a:chExt cx="0" cy="0"/>
        </a:xfrm>
      </p:grpSpPr>
      <p:sp>
        <p:nvSpPr>
          <p:cNvPr id="2" name="Title 1"/>
          <p:cNvSpPr>
            <a:spLocks noGrp="1"/>
          </p:cNvSpPr>
          <p:nvPr>
            <p:ph type="title"/>
          </p:nvPr>
        </p:nvSpPr>
        <p:spPr>
          <a:xfrm>
            <a:off x="495890" y="719984"/>
            <a:ext cx="2321966" cy="2519945"/>
          </a:xfrm>
        </p:spPr>
        <p:txBody>
          <a:bodyPr anchor="b"/>
          <a:lstStyle>
            <a:lvl1pPr>
              <a:defRPr sz="2519"/>
            </a:lvl1pPr>
          </a:lstStyle>
          <a:p>
            <a:r>
              <a:rPr lang="da-DK"/>
              <a:t>Klik for at redigere titeltypografien i masteren</a:t>
            </a:r>
            <a:endParaRPr lang="en-US" dirty="0"/>
          </a:p>
        </p:txBody>
      </p:sp>
      <p:sp>
        <p:nvSpPr>
          <p:cNvPr id="3" name="Picture Placeholder 2"/>
          <p:cNvSpPr>
            <a:spLocks noGrp="1" noChangeAspect="1"/>
          </p:cNvSpPr>
          <p:nvPr>
            <p:ph type="pic" idx="1"/>
          </p:nvPr>
        </p:nvSpPr>
        <p:spPr>
          <a:xfrm>
            <a:off x="3060646" y="1554968"/>
            <a:ext cx="3644652" cy="7674832"/>
          </a:xfrm>
        </p:spPr>
        <p:txBody>
          <a:bodyPr anchor="t"/>
          <a:lstStyle>
            <a:lvl1pPr marL="0" indent="0">
              <a:buNone/>
              <a:defRPr sz="2519"/>
            </a:lvl1pPr>
            <a:lvl2pPr marL="359954" indent="0">
              <a:buNone/>
              <a:defRPr sz="2204"/>
            </a:lvl2pPr>
            <a:lvl3pPr marL="719907" indent="0">
              <a:buNone/>
              <a:defRPr sz="1890"/>
            </a:lvl3pPr>
            <a:lvl4pPr marL="1079861" indent="0">
              <a:buNone/>
              <a:defRPr sz="1575"/>
            </a:lvl4pPr>
            <a:lvl5pPr marL="1439814" indent="0">
              <a:buNone/>
              <a:defRPr sz="1575"/>
            </a:lvl5pPr>
            <a:lvl6pPr marL="1799768" indent="0">
              <a:buNone/>
              <a:defRPr sz="1575"/>
            </a:lvl6pPr>
            <a:lvl7pPr marL="2159721" indent="0">
              <a:buNone/>
              <a:defRPr sz="1575"/>
            </a:lvl7pPr>
            <a:lvl8pPr marL="2519675" indent="0">
              <a:buNone/>
              <a:defRPr sz="1575"/>
            </a:lvl8pPr>
            <a:lvl9pPr marL="2879628" indent="0">
              <a:buNone/>
              <a:defRPr sz="1575"/>
            </a:lvl9pPr>
          </a:lstStyle>
          <a:p>
            <a:r>
              <a:rPr lang="da-DK"/>
              <a:t>Klik på ikonet for at tilføje et billede</a:t>
            </a:r>
            <a:endParaRPr lang="en-US" dirty="0"/>
          </a:p>
        </p:txBody>
      </p:sp>
      <p:sp>
        <p:nvSpPr>
          <p:cNvPr id="4" name="Text Placeholder 3"/>
          <p:cNvSpPr>
            <a:spLocks noGrp="1"/>
          </p:cNvSpPr>
          <p:nvPr>
            <p:ph type="body" sz="half" idx="2"/>
          </p:nvPr>
        </p:nvSpPr>
        <p:spPr>
          <a:xfrm>
            <a:off x="495890" y="3239929"/>
            <a:ext cx="2321966" cy="6002369"/>
          </a:xfrm>
        </p:spPr>
        <p:txBody>
          <a:bodyPr/>
          <a:lstStyle>
            <a:lvl1pPr marL="0" indent="0">
              <a:buNone/>
              <a:defRPr sz="1260"/>
            </a:lvl1pPr>
            <a:lvl2pPr marL="359954" indent="0">
              <a:buNone/>
              <a:defRPr sz="1102"/>
            </a:lvl2pPr>
            <a:lvl3pPr marL="719907" indent="0">
              <a:buNone/>
              <a:defRPr sz="945"/>
            </a:lvl3pPr>
            <a:lvl4pPr marL="1079861" indent="0">
              <a:buNone/>
              <a:defRPr sz="787"/>
            </a:lvl4pPr>
            <a:lvl5pPr marL="1439814" indent="0">
              <a:buNone/>
              <a:defRPr sz="787"/>
            </a:lvl5pPr>
            <a:lvl6pPr marL="1799768" indent="0">
              <a:buNone/>
              <a:defRPr sz="787"/>
            </a:lvl6pPr>
            <a:lvl7pPr marL="2159721" indent="0">
              <a:buNone/>
              <a:defRPr sz="787"/>
            </a:lvl7pPr>
            <a:lvl8pPr marL="2519675" indent="0">
              <a:buNone/>
              <a:defRPr sz="787"/>
            </a:lvl8pPr>
            <a:lvl9pPr marL="2879628" indent="0">
              <a:buNone/>
              <a:defRPr sz="787"/>
            </a:lvl9pPr>
          </a:lstStyle>
          <a:p>
            <a:pPr lvl="0"/>
            <a:r>
              <a:rPr lang="da-DK"/>
              <a:t>Klik for at redigere teksttypografierne i masteren</a:t>
            </a:r>
          </a:p>
        </p:txBody>
      </p:sp>
      <p:sp>
        <p:nvSpPr>
          <p:cNvPr id="5" name="Date Placeholder 4"/>
          <p:cNvSpPr>
            <a:spLocks noGrp="1"/>
          </p:cNvSpPr>
          <p:nvPr>
            <p:ph type="dt" sz="half" idx="10"/>
          </p:nvPr>
        </p:nvSpPr>
        <p:spPr/>
        <p:txBody>
          <a:bodyPr/>
          <a:lstStyle/>
          <a:p>
            <a:fld id="{7F7C35B5-416F-4C6A-A7BA-3025FC0120D2}" type="datetimeFigureOut">
              <a:rPr lang="da-DK" smtClean="0"/>
              <a:t>30-06-2026</a:t>
            </a:fld>
            <a:endParaRPr lang="da-DK"/>
          </a:p>
        </p:txBody>
      </p:sp>
      <p:sp>
        <p:nvSpPr>
          <p:cNvPr id="6" name="Footer Placeholder 5"/>
          <p:cNvSpPr>
            <a:spLocks noGrp="1"/>
          </p:cNvSpPr>
          <p:nvPr>
            <p:ph type="ftr" sz="quarter" idx="11"/>
          </p:nvPr>
        </p:nvSpPr>
        <p:spPr/>
        <p:txBody>
          <a:bodyPr/>
          <a:lstStyle/>
          <a:p>
            <a:endParaRPr lang="da-DK"/>
          </a:p>
        </p:txBody>
      </p:sp>
      <p:sp>
        <p:nvSpPr>
          <p:cNvPr id="7" name="Slide Number Placeholder 6"/>
          <p:cNvSpPr>
            <a:spLocks noGrp="1"/>
          </p:cNvSpPr>
          <p:nvPr>
            <p:ph type="sldNum" sz="quarter" idx="12"/>
          </p:nvPr>
        </p:nvSpPr>
        <p:spPr/>
        <p:txBody>
          <a:bodyPr/>
          <a:lstStyle/>
          <a:p>
            <a:fld id="{4D5F9296-6B5A-4C9C-9636-77AF1BA7D9F1}" type="slidenum">
              <a:rPr lang="da-DK" smtClean="0"/>
              <a:t>‹nr.›</a:t>
            </a:fld>
            <a:endParaRPr lang="da-DK"/>
          </a:p>
        </p:txBody>
      </p:sp>
    </p:spTree>
    <p:extLst>
      <p:ext uri="{BB962C8B-B14F-4D97-AF65-F5344CB8AC3E}">
        <p14:creationId xmlns:p14="http://schemas.microsoft.com/office/powerpoint/2010/main" val="345405220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el og lodret teks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a-DK"/>
              <a:t>Klik for at redigere titeltypografien i masteren</a:t>
            </a:r>
            <a:endParaRPr lang="en-US" dirty="0"/>
          </a:p>
        </p:txBody>
      </p:sp>
      <p:sp>
        <p:nvSpPr>
          <p:cNvPr id="3" name="Vertical Text Placeholder 2"/>
          <p:cNvSpPr>
            <a:spLocks noGrp="1"/>
          </p:cNvSpPr>
          <p:nvPr>
            <p:ph type="body" orient="vert" idx="1"/>
          </p:nvPr>
        </p:nvSpPr>
        <p:spPr/>
        <p:txBody>
          <a:bodyPr vert="eaVert"/>
          <a:lstStyle/>
          <a:p>
            <a:pPr lvl="0"/>
            <a:r>
              <a:rPr lang="da-DK"/>
              <a:t>Klik for at redigere teksttypografierne i masteren</a:t>
            </a:r>
          </a:p>
          <a:p>
            <a:pPr lvl="1"/>
            <a:r>
              <a:rPr lang="da-DK"/>
              <a:t>Andet niveau</a:t>
            </a:r>
          </a:p>
          <a:p>
            <a:pPr lvl="2"/>
            <a:r>
              <a:rPr lang="da-DK"/>
              <a:t>Tredje niveau</a:t>
            </a:r>
          </a:p>
          <a:p>
            <a:pPr lvl="3"/>
            <a:r>
              <a:rPr lang="da-DK"/>
              <a:t>Fjerde niveau</a:t>
            </a:r>
          </a:p>
          <a:p>
            <a:pPr lvl="4"/>
            <a:r>
              <a:rPr lang="da-DK"/>
              <a:t>Femte niveau</a:t>
            </a:r>
            <a:endParaRPr lang="en-US" dirty="0"/>
          </a:p>
        </p:txBody>
      </p:sp>
      <p:sp>
        <p:nvSpPr>
          <p:cNvPr id="4" name="Date Placeholder 3"/>
          <p:cNvSpPr>
            <a:spLocks noGrp="1"/>
          </p:cNvSpPr>
          <p:nvPr>
            <p:ph type="dt" sz="half" idx="10"/>
          </p:nvPr>
        </p:nvSpPr>
        <p:spPr/>
        <p:txBody>
          <a:bodyPr/>
          <a:lstStyle/>
          <a:p>
            <a:fld id="{7F7C35B5-416F-4C6A-A7BA-3025FC0120D2}" type="datetimeFigureOut">
              <a:rPr lang="da-DK" smtClean="0"/>
              <a:t>30-06-2026</a:t>
            </a:fld>
            <a:endParaRPr lang="da-DK"/>
          </a:p>
        </p:txBody>
      </p:sp>
      <p:sp>
        <p:nvSpPr>
          <p:cNvPr id="5" name="Footer Placeholder 4"/>
          <p:cNvSpPr>
            <a:spLocks noGrp="1"/>
          </p:cNvSpPr>
          <p:nvPr>
            <p:ph type="ftr" sz="quarter" idx="11"/>
          </p:nvPr>
        </p:nvSpPr>
        <p:spPr/>
        <p:txBody>
          <a:bodyPr/>
          <a:lstStyle/>
          <a:p>
            <a:endParaRPr lang="da-DK"/>
          </a:p>
        </p:txBody>
      </p:sp>
      <p:sp>
        <p:nvSpPr>
          <p:cNvPr id="6" name="Slide Number Placeholder 5"/>
          <p:cNvSpPr>
            <a:spLocks noGrp="1"/>
          </p:cNvSpPr>
          <p:nvPr>
            <p:ph type="sldNum" sz="quarter" idx="12"/>
          </p:nvPr>
        </p:nvSpPr>
        <p:spPr/>
        <p:txBody>
          <a:bodyPr/>
          <a:lstStyle/>
          <a:p>
            <a:fld id="{4D5F9296-6B5A-4C9C-9636-77AF1BA7D9F1}" type="slidenum">
              <a:rPr lang="da-DK" smtClean="0"/>
              <a:t>‹nr.›</a:t>
            </a:fld>
            <a:endParaRPr lang="da-DK"/>
          </a:p>
        </p:txBody>
      </p:sp>
    </p:spTree>
    <p:extLst>
      <p:ext uri="{BB962C8B-B14F-4D97-AF65-F5344CB8AC3E}">
        <p14:creationId xmlns:p14="http://schemas.microsoft.com/office/powerpoint/2010/main" val="18963197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Lodret titel og teks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5152009" y="574987"/>
            <a:ext cx="1552352" cy="9152300"/>
          </a:xfrm>
        </p:spPr>
        <p:txBody>
          <a:bodyPr vert="eaVert"/>
          <a:lstStyle/>
          <a:p>
            <a:r>
              <a:rPr lang="da-DK"/>
              <a:t>Klik for at redigere titeltypografien i masteren</a:t>
            </a:r>
            <a:endParaRPr lang="en-US" dirty="0"/>
          </a:p>
        </p:txBody>
      </p:sp>
      <p:sp>
        <p:nvSpPr>
          <p:cNvPr id="3" name="Vertical Text Placeholder 2"/>
          <p:cNvSpPr>
            <a:spLocks noGrp="1"/>
          </p:cNvSpPr>
          <p:nvPr>
            <p:ph type="body" orient="vert" idx="1"/>
          </p:nvPr>
        </p:nvSpPr>
        <p:spPr>
          <a:xfrm>
            <a:off x="494953" y="574987"/>
            <a:ext cx="4567064" cy="9152300"/>
          </a:xfrm>
        </p:spPr>
        <p:txBody>
          <a:bodyPr vert="eaVert"/>
          <a:lstStyle/>
          <a:p>
            <a:pPr lvl="0"/>
            <a:r>
              <a:rPr lang="da-DK"/>
              <a:t>Klik for at redigere teksttypografierne i masteren</a:t>
            </a:r>
          </a:p>
          <a:p>
            <a:pPr lvl="1"/>
            <a:r>
              <a:rPr lang="da-DK"/>
              <a:t>Andet niveau</a:t>
            </a:r>
          </a:p>
          <a:p>
            <a:pPr lvl="2"/>
            <a:r>
              <a:rPr lang="da-DK"/>
              <a:t>Tredje niveau</a:t>
            </a:r>
          </a:p>
          <a:p>
            <a:pPr lvl="3"/>
            <a:r>
              <a:rPr lang="da-DK"/>
              <a:t>Fjerde niveau</a:t>
            </a:r>
          </a:p>
          <a:p>
            <a:pPr lvl="4"/>
            <a:r>
              <a:rPr lang="da-DK"/>
              <a:t>Femte niveau</a:t>
            </a:r>
            <a:endParaRPr lang="en-US" dirty="0"/>
          </a:p>
        </p:txBody>
      </p:sp>
      <p:sp>
        <p:nvSpPr>
          <p:cNvPr id="4" name="Date Placeholder 3"/>
          <p:cNvSpPr>
            <a:spLocks noGrp="1"/>
          </p:cNvSpPr>
          <p:nvPr>
            <p:ph type="dt" sz="half" idx="10"/>
          </p:nvPr>
        </p:nvSpPr>
        <p:spPr/>
        <p:txBody>
          <a:bodyPr/>
          <a:lstStyle/>
          <a:p>
            <a:fld id="{7F7C35B5-416F-4C6A-A7BA-3025FC0120D2}" type="datetimeFigureOut">
              <a:rPr lang="da-DK" smtClean="0"/>
              <a:t>30-06-2026</a:t>
            </a:fld>
            <a:endParaRPr lang="da-DK"/>
          </a:p>
        </p:txBody>
      </p:sp>
      <p:sp>
        <p:nvSpPr>
          <p:cNvPr id="5" name="Footer Placeholder 4"/>
          <p:cNvSpPr>
            <a:spLocks noGrp="1"/>
          </p:cNvSpPr>
          <p:nvPr>
            <p:ph type="ftr" sz="quarter" idx="11"/>
          </p:nvPr>
        </p:nvSpPr>
        <p:spPr/>
        <p:txBody>
          <a:bodyPr/>
          <a:lstStyle/>
          <a:p>
            <a:endParaRPr lang="da-DK"/>
          </a:p>
        </p:txBody>
      </p:sp>
      <p:sp>
        <p:nvSpPr>
          <p:cNvPr id="6" name="Slide Number Placeholder 5"/>
          <p:cNvSpPr>
            <a:spLocks noGrp="1"/>
          </p:cNvSpPr>
          <p:nvPr>
            <p:ph type="sldNum" sz="quarter" idx="12"/>
          </p:nvPr>
        </p:nvSpPr>
        <p:spPr/>
        <p:txBody>
          <a:bodyPr/>
          <a:lstStyle/>
          <a:p>
            <a:fld id="{4D5F9296-6B5A-4C9C-9636-77AF1BA7D9F1}" type="slidenum">
              <a:rPr lang="da-DK" smtClean="0"/>
              <a:t>‹nr.›</a:t>
            </a:fld>
            <a:endParaRPr lang="da-DK"/>
          </a:p>
        </p:txBody>
      </p:sp>
    </p:spTree>
    <p:extLst>
      <p:ext uri="{BB962C8B-B14F-4D97-AF65-F5344CB8AC3E}">
        <p14:creationId xmlns:p14="http://schemas.microsoft.com/office/powerpoint/2010/main" val="13447916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94953" y="574990"/>
            <a:ext cx="6209407" cy="2087455"/>
          </a:xfrm>
          <a:prstGeom prst="rect">
            <a:avLst/>
          </a:prstGeom>
        </p:spPr>
        <p:txBody>
          <a:bodyPr vert="horz" lIns="91440" tIns="45720" rIns="91440" bIns="45720" rtlCol="0" anchor="ctr">
            <a:normAutofit/>
          </a:bodyPr>
          <a:lstStyle/>
          <a:p>
            <a:r>
              <a:rPr lang="da-DK"/>
              <a:t>Klik for at redigere titeltypografien i masteren</a:t>
            </a:r>
            <a:endParaRPr lang="en-US" dirty="0"/>
          </a:p>
        </p:txBody>
      </p:sp>
      <p:sp>
        <p:nvSpPr>
          <p:cNvPr id="3" name="Text Placeholder 2"/>
          <p:cNvSpPr>
            <a:spLocks noGrp="1"/>
          </p:cNvSpPr>
          <p:nvPr>
            <p:ph type="body" idx="1"/>
          </p:nvPr>
        </p:nvSpPr>
        <p:spPr>
          <a:xfrm>
            <a:off x="494953" y="2874937"/>
            <a:ext cx="6209407" cy="6852350"/>
          </a:xfrm>
          <a:prstGeom prst="rect">
            <a:avLst/>
          </a:prstGeom>
        </p:spPr>
        <p:txBody>
          <a:bodyPr vert="horz" lIns="91440" tIns="45720" rIns="91440" bIns="45720" rtlCol="0">
            <a:normAutofit/>
          </a:bodyPr>
          <a:lstStyle/>
          <a:p>
            <a:pPr lvl="0"/>
            <a:r>
              <a:rPr lang="da-DK"/>
              <a:t>Klik for at redigere teksttypografierne i masteren</a:t>
            </a:r>
          </a:p>
          <a:p>
            <a:pPr lvl="1"/>
            <a:r>
              <a:rPr lang="da-DK"/>
              <a:t>Andet niveau</a:t>
            </a:r>
          </a:p>
          <a:p>
            <a:pPr lvl="2"/>
            <a:r>
              <a:rPr lang="da-DK"/>
              <a:t>Tredje niveau</a:t>
            </a:r>
          </a:p>
          <a:p>
            <a:pPr lvl="3"/>
            <a:r>
              <a:rPr lang="da-DK"/>
              <a:t>Fjerde niveau</a:t>
            </a:r>
          </a:p>
          <a:p>
            <a:pPr lvl="4"/>
            <a:r>
              <a:rPr lang="da-DK"/>
              <a:t>Femte niveau</a:t>
            </a:r>
            <a:endParaRPr lang="en-US" dirty="0"/>
          </a:p>
        </p:txBody>
      </p:sp>
      <p:sp>
        <p:nvSpPr>
          <p:cNvPr id="4" name="Date Placeholder 3"/>
          <p:cNvSpPr>
            <a:spLocks noGrp="1"/>
          </p:cNvSpPr>
          <p:nvPr>
            <p:ph type="dt" sz="half" idx="2"/>
          </p:nvPr>
        </p:nvSpPr>
        <p:spPr>
          <a:xfrm>
            <a:off x="494953" y="10009783"/>
            <a:ext cx="1619845" cy="574987"/>
          </a:xfrm>
          <a:prstGeom prst="rect">
            <a:avLst/>
          </a:prstGeom>
        </p:spPr>
        <p:txBody>
          <a:bodyPr vert="horz" lIns="91440" tIns="45720" rIns="91440" bIns="45720" rtlCol="0" anchor="ctr"/>
          <a:lstStyle>
            <a:lvl1pPr algn="l">
              <a:defRPr sz="945">
                <a:solidFill>
                  <a:schemeClr val="tx1">
                    <a:tint val="82000"/>
                  </a:schemeClr>
                </a:solidFill>
              </a:defRPr>
            </a:lvl1pPr>
          </a:lstStyle>
          <a:p>
            <a:fld id="{7F7C35B5-416F-4C6A-A7BA-3025FC0120D2}" type="datetimeFigureOut">
              <a:rPr lang="da-DK" smtClean="0"/>
              <a:t>30-06-2026</a:t>
            </a:fld>
            <a:endParaRPr lang="da-DK"/>
          </a:p>
        </p:txBody>
      </p:sp>
      <p:sp>
        <p:nvSpPr>
          <p:cNvPr id="5" name="Footer Placeholder 4"/>
          <p:cNvSpPr>
            <a:spLocks noGrp="1"/>
          </p:cNvSpPr>
          <p:nvPr>
            <p:ph type="ftr" sz="quarter" idx="3"/>
          </p:nvPr>
        </p:nvSpPr>
        <p:spPr>
          <a:xfrm>
            <a:off x="2384773" y="10009783"/>
            <a:ext cx="2429768" cy="574987"/>
          </a:xfrm>
          <a:prstGeom prst="rect">
            <a:avLst/>
          </a:prstGeom>
        </p:spPr>
        <p:txBody>
          <a:bodyPr vert="horz" lIns="91440" tIns="45720" rIns="91440" bIns="45720" rtlCol="0" anchor="ctr"/>
          <a:lstStyle>
            <a:lvl1pPr algn="ctr">
              <a:defRPr sz="945">
                <a:solidFill>
                  <a:schemeClr val="tx1">
                    <a:tint val="82000"/>
                  </a:schemeClr>
                </a:solidFill>
              </a:defRPr>
            </a:lvl1pPr>
          </a:lstStyle>
          <a:p>
            <a:endParaRPr lang="da-DK"/>
          </a:p>
        </p:txBody>
      </p:sp>
      <p:sp>
        <p:nvSpPr>
          <p:cNvPr id="6" name="Slide Number Placeholder 5"/>
          <p:cNvSpPr>
            <a:spLocks noGrp="1"/>
          </p:cNvSpPr>
          <p:nvPr>
            <p:ph type="sldNum" sz="quarter" idx="4"/>
          </p:nvPr>
        </p:nvSpPr>
        <p:spPr>
          <a:xfrm>
            <a:off x="5084515" y="10009783"/>
            <a:ext cx="1619845" cy="574987"/>
          </a:xfrm>
          <a:prstGeom prst="rect">
            <a:avLst/>
          </a:prstGeom>
        </p:spPr>
        <p:txBody>
          <a:bodyPr vert="horz" lIns="91440" tIns="45720" rIns="91440" bIns="45720" rtlCol="0" anchor="ctr"/>
          <a:lstStyle>
            <a:lvl1pPr algn="r">
              <a:defRPr sz="945">
                <a:solidFill>
                  <a:schemeClr val="tx1">
                    <a:tint val="82000"/>
                  </a:schemeClr>
                </a:solidFill>
              </a:defRPr>
            </a:lvl1pPr>
          </a:lstStyle>
          <a:p>
            <a:fld id="{4D5F9296-6B5A-4C9C-9636-77AF1BA7D9F1}" type="slidenum">
              <a:rPr lang="da-DK" smtClean="0"/>
              <a:t>‹nr.›</a:t>
            </a:fld>
            <a:endParaRPr lang="da-DK"/>
          </a:p>
        </p:txBody>
      </p:sp>
    </p:spTree>
    <p:extLst>
      <p:ext uri="{BB962C8B-B14F-4D97-AF65-F5344CB8AC3E}">
        <p14:creationId xmlns:p14="http://schemas.microsoft.com/office/powerpoint/2010/main" val="2599929100"/>
      </p:ext>
    </p:extLst>
  </p:cSld>
  <p:clrMap bg1="lt1" tx1="dk1" bg2="lt2" tx2="dk2" accent1="accent1" accent2="accent2" accent3="accent3" accent4="accent4" accent5="accent5" accent6="accent6" hlink="hlink" folHlink="folHlink"/>
  <p:sldLayoutIdLst>
    <p:sldLayoutId id="2147483817" r:id="rId1"/>
    <p:sldLayoutId id="2147483818" r:id="rId2"/>
    <p:sldLayoutId id="2147483819" r:id="rId3"/>
    <p:sldLayoutId id="2147483820" r:id="rId4"/>
    <p:sldLayoutId id="2147483821" r:id="rId5"/>
    <p:sldLayoutId id="2147483822" r:id="rId6"/>
    <p:sldLayoutId id="2147483823" r:id="rId7"/>
    <p:sldLayoutId id="2147483824" r:id="rId8"/>
    <p:sldLayoutId id="2147483825" r:id="rId9"/>
    <p:sldLayoutId id="2147483826" r:id="rId10"/>
    <p:sldLayoutId id="2147483827" r:id="rId11"/>
  </p:sldLayoutIdLst>
  <p:txStyles>
    <p:titleStyle>
      <a:lvl1pPr algn="l" defTabSz="719907" rtl="0" eaLnBrk="1" latinLnBrk="0" hangingPunct="1">
        <a:lnSpc>
          <a:spcPct val="90000"/>
        </a:lnSpc>
        <a:spcBef>
          <a:spcPct val="0"/>
        </a:spcBef>
        <a:buNone/>
        <a:defRPr sz="3464" kern="1200">
          <a:solidFill>
            <a:schemeClr val="tx1"/>
          </a:solidFill>
          <a:latin typeface="+mj-lt"/>
          <a:ea typeface="+mj-ea"/>
          <a:cs typeface="+mj-cs"/>
        </a:defRPr>
      </a:lvl1pPr>
    </p:titleStyle>
    <p:bodyStyle>
      <a:lvl1pPr marL="179977" indent="-179977" algn="l" defTabSz="719907" rtl="0" eaLnBrk="1" latinLnBrk="0" hangingPunct="1">
        <a:lnSpc>
          <a:spcPct val="90000"/>
        </a:lnSpc>
        <a:spcBef>
          <a:spcPts val="787"/>
        </a:spcBef>
        <a:buFont typeface="Arial" panose="020B0604020202020204" pitchFamily="34" charset="0"/>
        <a:buChar char="•"/>
        <a:defRPr sz="2204" kern="1200">
          <a:solidFill>
            <a:schemeClr val="tx1"/>
          </a:solidFill>
          <a:latin typeface="+mn-lt"/>
          <a:ea typeface="+mn-ea"/>
          <a:cs typeface="+mn-cs"/>
        </a:defRPr>
      </a:lvl1pPr>
      <a:lvl2pPr marL="539930" indent="-179977" algn="l" defTabSz="719907" rtl="0" eaLnBrk="1" latinLnBrk="0" hangingPunct="1">
        <a:lnSpc>
          <a:spcPct val="90000"/>
        </a:lnSpc>
        <a:spcBef>
          <a:spcPts val="394"/>
        </a:spcBef>
        <a:buFont typeface="Arial" panose="020B0604020202020204" pitchFamily="34" charset="0"/>
        <a:buChar char="•"/>
        <a:defRPr sz="1890" kern="1200">
          <a:solidFill>
            <a:schemeClr val="tx1"/>
          </a:solidFill>
          <a:latin typeface="+mn-lt"/>
          <a:ea typeface="+mn-ea"/>
          <a:cs typeface="+mn-cs"/>
        </a:defRPr>
      </a:lvl2pPr>
      <a:lvl3pPr marL="899884" indent="-179977" algn="l" defTabSz="719907" rtl="0" eaLnBrk="1" latinLnBrk="0" hangingPunct="1">
        <a:lnSpc>
          <a:spcPct val="90000"/>
        </a:lnSpc>
        <a:spcBef>
          <a:spcPts val="394"/>
        </a:spcBef>
        <a:buFont typeface="Arial" panose="020B0604020202020204" pitchFamily="34" charset="0"/>
        <a:buChar char="•"/>
        <a:defRPr sz="1575" kern="1200">
          <a:solidFill>
            <a:schemeClr val="tx1"/>
          </a:solidFill>
          <a:latin typeface="+mn-lt"/>
          <a:ea typeface="+mn-ea"/>
          <a:cs typeface="+mn-cs"/>
        </a:defRPr>
      </a:lvl3pPr>
      <a:lvl4pPr marL="1259837" indent="-179977" algn="l" defTabSz="719907" rtl="0" eaLnBrk="1" latinLnBrk="0" hangingPunct="1">
        <a:lnSpc>
          <a:spcPct val="90000"/>
        </a:lnSpc>
        <a:spcBef>
          <a:spcPts val="394"/>
        </a:spcBef>
        <a:buFont typeface="Arial" panose="020B0604020202020204" pitchFamily="34" charset="0"/>
        <a:buChar char="•"/>
        <a:defRPr sz="1417" kern="1200">
          <a:solidFill>
            <a:schemeClr val="tx1"/>
          </a:solidFill>
          <a:latin typeface="+mn-lt"/>
          <a:ea typeface="+mn-ea"/>
          <a:cs typeface="+mn-cs"/>
        </a:defRPr>
      </a:lvl4pPr>
      <a:lvl5pPr marL="1619791" indent="-179977" algn="l" defTabSz="719907" rtl="0" eaLnBrk="1" latinLnBrk="0" hangingPunct="1">
        <a:lnSpc>
          <a:spcPct val="90000"/>
        </a:lnSpc>
        <a:spcBef>
          <a:spcPts val="394"/>
        </a:spcBef>
        <a:buFont typeface="Arial" panose="020B0604020202020204" pitchFamily="34" charset="0"/>
        <a:buChar char="•"/>
        <a:defRPr sz="1417" kern="1200">
          <a:solidFill>
            <a:schemeClr val="tx1"/>
          </a:solidFill>
          <a:latin typeface="+mn-lt"/>
          <a:ea typeface="+mn-ea"/>
          <a:cs typeface="+mn-cs"/>
        </a:defRPr>
      </a:lvl5pPr>
      <a:lvl6pPr marL="1979745" indent="-179977" algn="l" defTabSz="719907" rtl="0" eaLnBrk="1" latinLnBrk="0" hangingPunct="1">
        <a:lnSpc>
          <a:spcPct val="90000"/>
        </a:lnSpc>
        <a:spcBef>
          <a:spcPts val="394"/>
        </a:spcBef>
        <a:buFont typeface="Arial" panose="020B0604020202020204" pitchFamily="34" charset="0"/>
        <a:buChar char="•"/>
        <a:defRPr sz="1417" kern="1200">
          <a:solidFill>
            <a:schemeClr val="tx1"/>
          </a:solidFill>
          <a:latin typeface="+mn-lt"/>
          <a:ea typeface="+mn-ea"/>
          <a:cs typeface="+mn-cs"/>
        </a:defRPr>
      </a:lvl6pPr>
      <a:lvl7pPr marL="2339698" indent="-179977" algn="l" defTabSz="719907" rtl="0" eaLnBrk="1" latinLnBrk="0" hangingPunct="1">
        <a:lnSpc>
          <a:spcPct val="90000"/>
        </a:lnSpc>
        <a:spcBef>
          <a:spcPts val="394"/>
        </a:spcBef>
        <a:buFont typeface="Arial" panose="020B0604020202020204" pitchFamily="34" charset="0"/>
        <a:buChar char="•"/>
        <a:defRPr sz="1417" kern="1200">
          <a:solidFill>
            <a:schemeClr val="tx1"/>
          </a:solidFill>
          <a:latin typeface="+mn-lt"/>
          <a:ea typeface="+mn-ea"/>
          <a:cs typeface="+mn-cs"/>
        </a:defRPr>
      </a:lvl7pPr>
      <a:lvl8pPr marL="2699652" indent="-179977" algn="l" defTabSz="719907" rtl="0" eaLnBrk="1" latinLnBrk="0" hangingPunct="1">
        <a:lnSpc>
          <a:spcPct val="90000"/>
        </a:lnSpc>
        <a:spcBef>
          <a:spcPts val="394"/>
        </a:spcBef>
        <a:buFont typeface="Arial" panose="020B0604020202020204" pitchFamily="34" charset="0"/>
        <a:buChar char="•"/>
        <a:defRPr sz="1417" kern="1200">
          <a:solidFill>
            <a:schemeClr val="tx1"/>
          </a:solidFill>
          <a:latin typeface="+mn-lt"/>
          <a:ea typeface="+mn-ea"/>
          <a:cs typeface="+mn-cs"/>
        </a:defRPr>
      </a:lvl8pPr>
      <a:lvl9pPr marL="3059605" indent="-179977" algn="l" defTabSz="719907" rtl="0" eaLnBrk="1" latinLnBrk="0" hangingPunct="1">
        <a:lnSpc>
          <a:spcPct val="90000"/>
        </a:lnSpc>
        <a:spcBef>
          <a:spcPts val="394"/>
        </a:spcBef>
        <a:buFont typeface="Arial" panose="020B0604020202020204" pitchFamily="34" charset="0"/>
        <a:buChar char="•"/>
        <a:defRPr sz="1417" kern="1200">
          <a:solidFill>
            <a:schemeClr val="tx1"/>
          </a:solidFill>
          <a:latin typeface="+mn-lt"/>
          <a:ea typeface="+mn-ea"/>
          <a:cs typeface="+mn-cs"/>
        </a:defRPr>
      </a:lvl9pPr>
    </p:bodyStyle>
    <p:otherStyle>
      <a:defPPr>
        <a:defRPr lang="en-US"/>
      </a:defPPr>
      <a:lvl1pPr marL="0" algn="l" defTabSz="719907" rtl="0" eaLnBrk="1" latinLnBrk="0" hangingPunct="1">
        <a:defRPr sz="1417" kern="1200">
          <a:solidFill>
            <a:schemeClr val="tx1"/>
          </a:solidFill>
          <a:latin typeface="+mn-lt"/>
          <a:ea typeface="+mn-ea"/>
          <a:cs typeface="+mn-cs"/>
        </a:defRPr>
      </a:lvl1pPr>
      <a:lvl2pPr marL="359954" algn="l" defTabSz="719907" rtl="0" eaLnBrk="1" latinLnBrk="0" hangingPunct="1">
        <a:defRPr sz="1417" kern="1200">
          <a:solidFill>
            <a:schemeClr val="tx1"/>
          </a:solidFill>
          <a:latin typeface="+mn-lt"/>
          <a:ea typeface="+mn-ea"/>
          <a:cs typeface="+mn-cs"/>
        </a:defRPr>
      </a:lvl2pPr>
      <a:lvl3pPr marL="719907" algn="l" defTabSz="719907" rtl="0" eaLnBrk="1" latinLnBrk="0" hangingPunct="1">
        <a:defRPr sz="1417" kern="1200">
          <a:solidFill>
            <a:schemeClr val="tx1"/>
          </a:solidFill>
          <a:latin typeface="+mn-lt"/>
          <a:ea typeface="+mn-ea"/>
          <a:cs typeface="+mn-cs"/>
        </a:defRPr>
      </a:lvl3pPr>
      <a:lvl4pPr marL="1079861" algn="l" defTabSz="719907" rtl="0" eaLnBrk="1" latinLnBrk="0" hangingPunct="1">
        <a:defRPr sz="1417" kern="1200">
          <a:solidFill>
            <a:schemeClr val="tx1"/>
          </a:solidFill>
          <a:latin typeface="+mn-lt"/>
          <a:ea typeface="+mn-ea"/>
          <a:cs typeface="+mn-cs"/>
        </a:defRPr>
      </a:lvl4pPr>
      <a:lvl5pPr marL="1439814" algn="l" defTabSz="719907" rtl="0" eaLnBrk="1" latinLnBrk="0" hangingPunct="1">
        <a:defRPr sz="1417" kern="1200">
          <a:solidFill>
            <a:schemeClr val="tx1"/>
          </a:solidFill>
          <a:latin typeface="+mn-lt"/>
          <a:ea typeface="+mn-ea"/>
          <a:cs typeface="+mn-cs"/>
        </a:defRPr>
      </a:lvl5pPr>
      <a:lvl6pPr marL="1799768" algn="l" defTabSz="719907" rtl="0" eaLnBrk="1" latinLnBrk="0" hangingPunct="1">
        <a:defRPr sz="1417" kern="1200">
          <a:solidFill>
            <a:schemeClr val="tx1"/>
          </a:solidFill>
          <a:latin typeface="+mn-lt"/>
          <a:ea typeface="+mn-ea"/>
          <a:cs typeface="+mn-cs"/>
        </a:defRPr>
      </a:lvl6pPr>
      <a:lvl7pPr marL="2159721" algn="l" defTabSz="719907" rtl="0" eaLnBrk="1" latinLnBrk="0" hangingPunct="1">
        <a:defRPr sz="1417" kern="1200">
          <a:solidFill>
            <a:schemeClr val="tx1"/>
          </a:solidFill>
          <a:latin typeface="+mn-lt"/>
          <a:ea typeface="+mn-ea"/>
          <a:cs typeface="+mn-cs"/>
        </a:defRPr>
      </a:lvl7pPr>
      <a:lvl8pPr marL="2519675" algn="l" defTabSz="719907" rtl="0" eaLnBrk="1" latinLnBrk="0" hangingPunct="1">
        <a:defRPr sz="1417" kern="1200">
          <a:solidFill>
            <a:schemeClr val="tx1"/>
          </a:solidFill>
          <a:latin typeface="+mn-lt"/>
          <a:ea typeface="+mn-ea"/>
          <a:cs typeface="+mn-cs"/>
        </a:defRPr>
      </a:lvl8pPr>
      <a:lvl9pPr marL="2879628" algn="l" defTabSz="719907" rtl="0" eaLnBrk="1" latinLnBrk="0" hangingPunct="1">
        <a:defRPr sz="1417"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 name="Billede 22" descr="The image shows a user interface setting with options for language (English, United States), font size (6), and various settings for a projector, including scroll speed and maximum rows.&#10;&#10;AI-genereret indhold kan være ukorrekt.">
            <a:extLst>
              <a:ext uri="{FF2B5EF4-FFF2-40B4-BE49-F238E27FC236}">
                <a16:creationId xmlns:a16="http://schemas.microsoft.com/office/drawing/2014/main" id="{FC3F61B7-50DC-8938-B8B8-35DAF41AFD96}"/>
              </a:ext>
            </a:extLst>
          </p:cNvPr>
          <p:cNvPicPr>
            <a:picLocks noChangeAspect="1"/>
          </p:cNvPicPr>
          <p:nvPr/>
        </p:nvPicPr>
        <p:blipFill>
          <a:blip r:embed="rId2"/>
          <a:stretch>
            <a:fillRect/>
          </a:stretch>
        </p:blipFill>
        <p:spPr>
          <a:xfrm>
            <a:off x="100746" y="1359417"/>
            <a:ext cx="5356860" cy="2872740"/>
          </a:xfrm>
          <a:prstGeom prst="rect">
            <a:avLst/>
          </a:prstGeom>
        </p:spPr>
      </p:pic>
      <p:pic>
        <p:nvPicPr>
          <p:cNvPr id="10" name="Billede 9" descr="The image shows a screen display of DBF Tools, featuring an application settings interface and a guide view.&#10;&#10;AI-genereret indhold kan være ukorrekt.">
            <a:extLst>
              <a:ext uri="{FF2B5EF4-FFF2-40B4-BE49-F238E27FC236}">
                <a16:creationId xmlns:a16="http://schemas.microsoft.com/office/drawing/2014/main" id="{295ADDB0-93E2-868A-385C-0442DC2D519D}"/>
              </a:ext>
            </a:extLst>
          </p:cNvPr>
          <p:cNvPicPr>
            <a:picLocks noChangeAspect="1"/>
          </p:cNvPicPr>
          <p:nvPr/>
        </p:nvPicPr>
        <p:blipFill>
          <a:blip r:embed="rId3"/>
          <a:stretch>
            <a:fillRect/>
          </a:stretch>
        </p:blipFill>
        <p:spPr>
          <a:xfrm>
            <a:off x="34590" y="624338"/>
            <a:ext cx="2240243" cy="626962"/>
          </a:xfrm>
          <a:prstGeom prst="rect">
            <a:avLst/>
          </a:prstGeom>
        </p:spPr>
      </p:pic>
      <p:sp>
        <p:nvSpPr>
          <p:cNvPr id="6" name="Taleboble: rektangel 5">
            <a:extLst>
              <a:ext uri="{FF2B5EF4-FFF2-40B4-BE49-F238E27FC236}">
                <a16:creationId xmlns:a16="http://schemas.microsoft.com/office/drawing/2014/main" id="{60321036-62CD-DC07-3BA4-A53DEACA3A9F}"/>
              </a:ext>
            </a:extLst>
          </p:cNvPr>
          <p:cNvSpPr/>
          <p:nvPr/>
        </p:nvSpPr>
        <p:spPr>
          <a:xfrm>
            <a:off x="100746" y="194702"/>
            <a:ext cx="2790411" cy="347414"/>
          </a:xfrm>
          <a:prstGeom prst="wedgeRectCallout">
            <a:avLst>
              <a:gd name="adj1" fmla="val -28503"/>
              <a:gd name="adj2" fmla="val 206823"/>
            </a:avLst>
          </a:prstGeom>
          <a:solidFill>
            <a:schemeClr val="tx2">
              <a:lumMod val="10000"/>
              <a:lumOff val="90000"/>
            </a:schemeClr>
          </a:solidFill>
        </p:spPr>
        <p:style>
          <a:lnRef idx="1">
            <a:schemeClr val="accent4"/>
          </a:lnRef>
          <a:fillRef idx="2">
            <a:schemeClr val="accent4"/>
          </a:fillRef>
          <a:effectRef idx="1">
            <a:schemeClr val="accent4"/>
          </a:effectRef>
          <a:fontRef idx="minor">
            <a:schemeClr val="dk1"/>
          </a:fontRef>
        </p:style>
        <p:txBody>
          <a:bodyPr rtlCol="0" anchor="ctr"/>
          <a:lstStyle/>
          <a:p>
            <a:pPr algn="ctr"/>
            <a:r>
              <a:rPr lang="en-US" sz="1200" dirty="0">
                <a:ln w="0"/>
                <a:solidFill>
                  <a:schemeClr val="tx1"/>
                </a:solidFill>
                <a:effectLst>
                  <a:outerShdw blurRad="38100" dist="19050" dir="2700000" algn="tl" rotWithShape="0">
                    <a:schemeClr val="dk1">
                      <a:alpha val="40000"/>
                    </a:schemeClr>
                  </a:outerShdw>
                </a:effectLst>
              </a:rPr>
              <a:t>Please open App Settings on first run </a:t>
            </a:r>
          </a:p>
        </p:txBody>
      </p:sp>
      <p:sp>
        <p:nvSpPr>
          <p:cNvPr id="7" name="Tekstfelt 6">
            <a:extLst>
              <a:ext uri="{FF2B5EF4-FFF2-40B4-BE49-F238E27FC236}">
                <a16:creationId xmlns:a16="http://schemas.microsoft.com/office/drawing/2014/main" id="{E88EDEC1-CD97-46BC-F552-4E2B2C6F203F}"/>
              </a:ext>
            </a:extLst>
          </p:cNvPr>
          <p:cNvSpPr txBox="1"/>
          <p:nvPr/>
        </p:nvSpPr>
        <p:spPr>
          <a:xfrm>
            <a:off x="0" y="4398344"/>
            <a:ext cx="7008509" cy="1384995"/>
          </a:xfrm>
          <a:prstGeom prst="rect">
            <a:avLst/>
          </a:prstGeom>
          <a:noFill/>
        </p:spPr>
        <p:txBody>
          <a:bodyPr wrap="square" rtlCol="0">
            <a:spAutoFit/>
          </a:bodyPr>
          <a:lstStyle/>
          <a:p>
            <a:r>
              <a:rPr lang="en-US" sz="1200" b="1" dirty="0"/>
              <a:t>Read BridgeMate Status</a:t>
            </a:r>
          </a:p>
          <a:p>
            <a:r>
              <a:rPr lang="en-US" sz="1200" dirty="0"/>
              <a:t>When checked, the app will continuously monitor the game status and signal the transition to the next round as soon as all tables have finished the current board, even if time remains on the timer.</a:t>
            </a:r>
          </a:p>
          <a:p>
            <a:endParaRPr lang="en-US" sz="1200" b="1" dirty="0"/>
          </a:p>
          <a:p>
            <a:r>
              <a:rPr lang="en-US" sz="1200" b="1" dirty="0"/>
              <a:t>Read BC3 Data (Denmark only)</a:t>
            </a:r>
          </a:p>
          <a:p>
            <a:r>
              <a:rPr lang="en-US" sz="1200" dirty="0"/>
              <a:t>When checked, the app will import tournaments, start lists, and results from BC3. Note that the app only reads the data sent from BC3 to the “homepage”.</a:t>
            </a:r>
          </a:p>
        </p:txBody>
      </p:sp>
      <p:cxnSp>
        <p:nvCxnSpPr>
          <p:cNvPr id="8" name="Lige pilforbindelse 7">
            <a:extLst>
              <a:ext uri="{FF2B5EF4-FFF2-40B4-BE49-F238E27FC236}">
                <a16:creationId xmlns:a16="http://schemas.microsoft.com/office/drawing/2014/main" id="{BD9D1DDD-4B43-B53F-3332-3F3DEC41E191}"/>
              </a:ext>
            </a:extLst>
          </p:cNvPr>
          <p:cNvCxnSpPr>
            <a:cxnSpLocks/>
          </p:cNvCxnSpPr>
          <p:nvPr/>
        </p:nvCxnSpPr>
        <p:spPr>
          <a:xfrm>
            <a:off x="730322" y="1251300"/>
            <a:ext cx="330683" cy="38696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5" name="Tekstfelt 14">
            <a:extLst>
              <a:ext uri="{FF2B5EF4-FFF2-40B4-BE49-F238E27FC236}">
                <a16:creationId xmlns:a16="http://schemas.microsoft.com/office/drawing/2014/main" id="{87EDE788-69DB-80D2-3CA1-053F2AB97B88}"/>
              </a:ext>
            </a:extLst>
          </p:cNvPr>
          <p:cNvSpPr txBox="1"/>
          <p:nvPr/>
        </p:nvSpPr>
        <p:spPr>
          <a:xfrm>
            <a:off x="77470" y="9009849"/>
            <a:ext cx="7008509" cy="1200329"/>
          </a:xfrm>
          <a:prstGeom prst="rect">
            <a:avLst/>
          </a:prstGeom>
          <a:noFill/>
        </p:spPr>
        <p:txBody>
          <a:bodyPr wrap="square" rtlCol="0">
            <a:spAutoFit/>
          </a:bodyPr>
          <a:lstStyle/>
          <a:p>
            <a:r>
              <a:rPr lang="en-US" sz="1200" b="1" dirty="0"/>
              <a:t>Projector Scrolling Frequency</a:t>
            </a:r>
          </a:p>
          <a:p>
            <a:r>
              <a:rPr lang="en-US" sz="1200" dirty="0"/>
              <a:t>This is the interval between automatic scrolling steps on large start and result lists.</a:t>
            </a:r>
          </a:p>
          <a:p>
            <a:endParaRPr lang="en-US" sz="1200" dirty="0"/>
          </a:p>
          <a:p>
            <a:r>
              <a:rPr lang="en-US" sz="1200" b="1" dirty="0"/>
              <a:t>Max. Rows in Window</a:t>
            </a:r>
          </a:p>
          <a:p>
            <a:r>
              <a:rPr lang="en-US" sz="1200" dirty="0"/>
              <a:t>This controls the maximum number of rows displayed on a single page. Increasing this value may reduce the font size, and vice versa.</a:t>
            </a:r>
          </a:p>
        </p:txBody>
      </p:sp>
      <p:pic>
        <p:nvPicPr>
          <p:cNvPr id="26" name="Billede 25" descr="The image displays a user interface with various options: 'Projector', 'Show Startlists', 'Show Timers', 'Show Results', and a 'Close' button.&#10;&#10;AI-genereret indhold kan være ukorrekt.">
            <a:extLst>
              <a:ext uri="{FF2B5EF4-FFF2-40B4-BE49-F238E27FC236}">
                <a16:creationId xmlns:a16="http://schemas.microsoft.com/office/drawing/2014/main" id="{4618D49A-9EE7-01CB-0042-72CA2718C5FA}"/>
              </a:ext>
            </a:extLst>
          </p:cNvPr>
          <p:cNvPicPr>
            <a:picLocks noChangeAspect="1"/>
          </p:cNvPicPr>
          <p:nvPr/>
        </p:nvPicPr>
        <p:blipFill>
          <a:blip r:embed="rId4"/>
          <a:stretch>
            <a:fillRect/>
          </a:stretch>
        </p:blipFill>
        <p:spPr>
          <a:xfrm>
            <a:off x="225421" y="8448659"/>
            <a:ext cx="6839348" cy="272980"/>
          </a:xfrm>
          <a:prstGeom prst="rect">
            <a:avLst/>
          </a:prstGeom>
        </p:spPr>
      </p:pic>
      <p:pic>
        <p:nvPicPr>
          <p:cNvPr id="27" name="Billede 26" descr="The image displays a schedule for an event at the Lyngby Bridge Klub, with details including the sub-club, date, and expected duration.&#10;&#10;AI-genereret indhold kan være ukorrekt.">
            <a:extLst>
              <a:ext uri="{FF2B5EF4-FFF2-40B4-BE49-F238E27FC236}">
                <a16:creationId xmlns:a16="http://schemas.microsoft.com/office/drawing/2014/main" id="{57A101C6-B50F-5279-A1CC-38FD4420546A}"/>
              </a:ext>
            </a:extLst>
          </p:cNvPr>
          <p:cNvPicPr>
            <a:picLocks noChangeAspect="1"/>
          </p:cNvPicPr>
          <p:nvPr/>
        </p:nvPicPr>
        <p:blipFill>
          <a:blip r:embed="rId5"/>
          <a:stretch>
            <a:fillRect/>
          </a:stretch>
        </p:blipFill>
        <p:spPr>
          <a:xfrm>
            <a:off x="225421" y="5843878"/>
            <a:ext cx="6839348" cy="1433852"/>
          </a:xfrm>
          <a:prstGeom prst="rect">
            <a:avLst/>
          </a:prstGeom>
        </p:spPr>
      </p:pic>
      <p:sp>
        <p:nvSpPr>
          <p:cNvPr id="28" name="Tekstfelt 27">
            <a:extLst>
              <a:ext uri="{FF2B5EF4-FFF2-40B4-BE49-F238E27FC236}">
                <a16:creationId xmlns:a16="http://schemas.microsoft.com/office/drawing/2014/main" id="{CC583C5F-6BDF-B8A6-978B-69910B22D72C}"/>
              </a:ext>
            </a:extLst>
          </p:cNvPr>
          <p:cNvSpPr txBox="1"/>
          <p:nvPr/>
        </p:nvSpPr>
        <p:spPr>
          <a:xfrm>
            <a:off x="303605" y="7615551"/>
            <a:ext cx="6614895" cy="461665"/>
          </a:xfrm>
          <a:prstGeom prst="rect">
            <a:avLst/>
          </a:prstGeom>
          <a:noFill/>
          <a:ln>
            <a:solidFill>
              <a:schemeClr val="accent1"/>
            </a:solidFill>
          </a:ln>
        </p:spPr>
        <p:txBody>
          <a:bodyPr wrap="square" rtlCol="0">
            <a:spAutoFit/>
          </a:bodyPr>
          <a:lstStyle/>
          <a:p>
            <a:r>
              <a:rPr lang="en-US" sz="1200" dirty="0"/>
              <a:t>These elements are shown only when the App Settings option “Read BC3 data” is enabled, and they only  apply in Denmark.</a:t>
            </a:r>
          </a:p>
        </p:txBody>
      </p:sp>
      <p:cxnSp>
        <p:nvCxnSpPr>
          <p:cNvPr id="29" name="Lige pilforbindelse 28">
            <a:extLst>
              <a:ext uri="{FF2B5EF4-FFF2-40B4-BE49-F238E27FC236}">
                <a16:creationId xmlns:a16="http://schemas.microsoft.com/office/drawing/2014/main" id="{EB4EDD28-0742-5448-2725-348F50AD9B2E}"/>
              </a:ext>
            </a:extLst>
          </p:cNvPr>
          <p:cNvCxnSpPr>
            <a:cxnSpLocks/>
          </p:cNvCxnSpPr>
          <p:nvPr/>
        </p:nvCxnSpPr>
        <p:spPr>
          <a:xfrm>
            <a:off x="2788811" y="6338390"/>
            <a:ext cx="0" cy="1136472"/>
          </a:xfrm>
          <a:prstGeom prst="straightConnector1">
            <a:avLst/>
          </a:prstGeom>
          <a:ln w="9525">
            <a:solidFill>
              <a:schemeClr val="accent6"/>
            </a:solidFill>
            <a:tailEnd type="triangle"/>
          </a:ln>
        </p:spPr>
        <p:style>
          <a:lnRef idx="2">
            <a:schemeClr val="accent1"/>
          </a:lnRef>
          <a:fillRef idx="0">
            <a:schemeClr val="accent1"/>
          </a:fillRef>
          <a:effectRef idx="1">
            <a:schemeClr val="accent1"/>
          </a:effectRef>
          <a:fontRef idx="minor">
            <a:schemeClr val="tx1"/>
          </a:fontRef>
        </p:style>
      </p:cxnSp>
      <p:cxnSp>
        <p:nvCxnSpPr>
          <p:cNvPr id="30" name="Lige pilforbindelse 29">
            <a:extLst>
              <a:ext uri="{FF2B5EF4-FFF2-40B4-BE49-F238E27FC236}">
                <a16:creationId xmlns:a16="http://schemas.microsoft.com/office/drawing/2014/main" id="{396115EA-FECD-D1BB-DD8A-BE028AF04E18}"/>
              </a:ext>
            </a:extLst>
          </p:cNvPr>
          <p:cNvCxnSpPr>
            <a:cxnSpLocks/>
          </p:cNvCxnSpPr>
          <p:nvPr/>
        </p:nvCxnSpPr>
        <p:spPr>
          <a:xfrm>
            <a:off x="1642221" y="6420817"/>
            <a:ext cx="0" cy="1058168"/>
          </a:xfrm>
          <a:prstGeom prst="straightConnector1">
            <a:avLst/>
          </a:prstGeom>
          <a:ln w="9525">
            <a:tailEnd type="triangle"/>
          </a:ln>
        </p:spPr>
        <p:style>
          <a:lnRef idx="1">
            <a:schemeClr val="accent6"/>
          </a:lnRef>
          <a:fillRef idx="0">
            <a:schemeClr val="accent6"/>
          </a:fillRef>
          <a:effectRef idx="0">
            <a:schemeClr val="accent6"/>
          </a:effectRef>
          <a:fontRef idx="minor">
            <a:schemeClr val="tx1"/>
          </a:fontRef>
        </p:style>
      </p:cxnSp>
      <p:cxnSp>
        <p:nvCxnSpPr>
          <p:cNvPr id="31" name="Lige pilforbindelse 30">
            <a:extLst>
              <a:ext uri="{FF2B5EF4-FFF2-40B4-BE49-F238E27FC236}">
                <a16:creationId xmlns:a16="http://schemas.microsoft.com/office/drawing/2014/main" id="{C4F44EA0-933B-117F-D3BC-BB667B213FAC}"/>
              </a:ext>
            </a:extLst>
          </p:cNvPr>
          <p:cNvCxnSpPr>
            <a:cxnSpLocks/>
          </p:cNvCxnSpPr>
          <p:nvPr/>
        </p:nvCxnSpPr>
        <p:spPr>
          <a:xfrm>
            <a:off x="476919" y="6420816"/>
            <a:ext cx="0" cy="1058168"/>
          </a:xfrm>
          <a:prstGeom prst="straightConnector1">
            <a:avLst/>
          </a:prstGeom>
          <a:ln w="9525">
            <a:tailEnd type="triangle"/>
          </a:ln>
        </p:spPr>
        <p:style>
          <a:lnRef idx="1">
            <a:schemeClr val="accent6"/>
          </a:lnRef>
          <a:fillRef idx="0">
            <a:schemeClr val="accent6"/>
          </a:fillRef>
          <a:effectRef idx="0">
            <a:schemeClr val="accent6"/>
          </a:effectRef>
          <a:fontRef idx="minor">
            <a:schemeClr val="tx1"/>
          </a:fontRef>
        </p:style>
      </p:cxnSp>
      <p:cxnSp>
        <p:nvCxnSpPr>
          <p:cNvPr id="32" name="Lige pilforbindelse 31">
            <a:extLst>
              <a:ext uri="{FF2B5EF4-FFF2-40B4-BE49-F238E27FC236}">
                <a16:creationId xmlns:a16="http://schemas.microsoft.com/office/drawing/2014/main" id="{FC79C55E-80F7-06F0-18B2-F5DA9DC522EC}"/>
              </a:ext>
            </a:extLst>
          </p:cNvPr>
          <p:cNvCxnSpPr>
            <a:cxnSpLocks/>
          </p:cNvCxnSpPr>
          <p:nvPr/>
        </p:nvCxnSpPr>
        <p:spPr>
          <a:xfrm flipV="1">
            <a:off x="4578205" y="8091199"/>
            <a:ext cx="0" cy="357460"/>
          </a:xfrm>
          <a:prstGeom prst="straightConnector1">
            <a:avLst/>
          </a:prstGeom>
          <a:ln w="9525">
            <a:solidFill>
              <a:schemeClr val="accent6"/>
            </a:solidFill>
            <a:tailEnd type="triangle"/>
          </a:ln>
        </p:spPr>
        <p:style>
          <a:lnRef idx="2">
            <a:schemeClr val="accent1"/>
          </a:lnRef>
          <a:fillRef idx="0">
            <a:schemeClr val="accent1"/>
          </a:fillRef>
          <a:effectRef idx="1">
            <a:schemeClr val="accent1"/>
          </a:effectRef>
          <a:fontRef idx="minor">
            <a:schemeClr val="tx1"/>
          </a:fontRef>
        </p:style>
      </p:cxnSp>
      <p:cxnSp>
        <p:nvCxnSpPr>
          <p:cNvPr id="33" name="Lige pilforbindelse 32">
            <a:extLst>
              <a:ext uri="{FF2B5EF4-FFF2-40B4-BE49-F238E27FC236}">
                <a16:creationId xmlns:a16="http://schemas.microsoft.com/office/drawing/2014/main" id="{5280F1AA-2353-DC74-7E86-6C8939E092E9}"/>
              </a:ext>
            </a:extLst>
          </p:cNvPr>
          <p:cNvCxnSpPr>
            <a:cxnSpLocks/>
          </p:cNvCxnSpPr>
          <p:nvPr/>
        </p:nvCxnSpPr>
        <p:spPr>
          <a:xfrm flipV="1">
            <a:off x="5997998" y="8091199"/>
            <a:ext cx="0" cy="357460"/>
          </a:xfrm>
          <a:prstGeom prst="straightConnector1">
            <a:avLst/>
          </a:prstGeom>
          <a:ln w="9525">
            <a:solidFill>
              <a:schemeClr val="accent6"/>
            </a:solidFill>
            <a:tailEnd type="triangle"/>
          </a:ln>
        </p:spPr>
        <p:style>
          <a:lnRef idx="2">
            <a:schemeClr val="accent1"/>
          </a:lnRef>
          <a:fillRef idx="0">
            <a:schemeClr val="accent1"/>
          </a:fillRef>
          <a:effectRef idx="1">
            <a:schemeClr val="accent1"/>
          </a:effectRef>
          <a:fontRef idx="minor">
            <a:schemeClr val="tx1"/>
          </a:fontRef>
        </p:style>
      </p:cxnSp>
      <p:sp>
        <p:nvSpPr>
          <p:cNvPr id="34" name="Ellipse 33">
            <a:extLst>
              <a:ext uri="{FF2B5EF4-FFF2-40B4-BE49-F238E27FC236}">
                <a16:creationId xmlns:a16="http://schemas.microsoft.com/office/drawing/2014/main" id="{E9CB9C92-9B60-79E1-E76A-AF7F9F51C9D8}"/>
              </a:ext>
            </a:extLst>
          </p:cNvPr>
          <p:cNvSpPr/>
          <p:nvPr/>
        </p:nvSpPr>
        <p:spPr>
          <a:xfrm>
            <a:off x="225417" y="5961455"/>
            <a:ext cx="5622704" cy="306991"/>
          </a:xfrm>
          <a:prstGeom prst="ellipse">
            <a:avLst/>
          </a:prstGeom>
          <a:noFill/>
          <a:ln>
            <a:solidFill>
              <a:schemeClr val="accent6">
                <a:lumMod val="60000"/>
                <a:lumOff val="40000"/>
              </a:schemeClr>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da-DK"/>
          </a:p>
        </p:txBody>
      </p:sp>
      <p:sp>
        <p:nvSpPr>
          <p:cNvPr id="24" name="Zigzag venstre">
            <a:extLst>
              <a:ext uri="{FF2B5EF4-FFF2-40B4-BE49-F238E27FC236}">
                <a16:creationId xmlns:a16="http://schemas.microsoft.com/office/drawing/2014/main" id="{41D6C23B-C8F8-303A-3EF7-2A08FF7603B6}"/>
              </a:ext>
            </a:extLst>
          </p:cNvPr>
          <p:cNvSpPr/>
          <p:nvPr/>
        </p:nvSpPr>
        <p:spPr>
          <a:xfrm>
            <a:off x="100746" y="7656660"/>
            <a:ext cx="90000" cy="379445"/>
          </a:xfrm>
          <a:custGeom>
            <a:avLst/>
            <a:gdLst/>
            <a:ahLst/>
            <a:cxnLst/>
            <a:rect l="0" t="0" r="0" b="0"/>
            <a:pathLst>
              <a:path w="90000" h="379445" fill="none">
                <a:moveTo>
                  <a:pt x="0" y="0"/>
                </a:moveTo>
                <a:lnTo>
                  <a:pt x="90000" y="47431"/>
                </a:lnTo>
                <a:lnTo>
                  <a:pt x="0" y="94861"/>
                </a:lnTo>
                <a:lnTo>
                  <a:pt x="90000" y="142292"/>
                </a:lnTo>
                <a:lnTo>
                  <a:pt x="0" y="189722"/>
                </a:lnTo>
                <a:lnTo>
                  <a:pt x="90000" y="237153"/>
                </a:lnTo>
                <a:lnTo>
                  <a:pt x="0" y="284584"/>
                </a:lnTo>
                <a:lnTo>
                  <a:pt x="90000" y="332014"/>
                </a:lnTo>
                <a:lnTo>
                  <a:pt x="0" y="379445"/>
                </a:lnTo>
              </a:path>
            </a:pathLst>
          </a:custGeom>
          <a:noFill/>
          <a:ln w="19050" cap="rnd" cmpd="sng" algn="ctr">
            <a:solidFill>
              <a:schemeClr val="bg2">
                <a:lumMod val="90000"/>
              </a:schemeClr>
            </a:solidFill>
            <a:round/>
          </a:ln>
        </p:spPr>
        <p:txBody>
          <a:bodyPr/>
          <a:lstStyle/>
          <a:p>
            <a:endParaRPr lang="da-DK">
              <a:solidFill>
                <a:schemeClr val="bg2">
                  <a:lumMod val="75000"/>
                </a:schemeClr>
              </a:solidFill>
            </a:endParaRPr>
          </a:p>
        </p:txBody>
      </p:sp>
      <p:sp>
        <p:nvSpPr>
          <p:cNvPr id="25" name="Zigzag hoejre">
            <a:extLst>
              <a:ext uri="{FF2B5EF4-FFF2-40B4-BE49-F238E27FC236}">
                <a16:creationId xmlns:a16="http://schemas.microsoft.com/office/drawing/2014/main" id="{27F9B5C6-39D5-41F0-25FC-280948ABBC13}"/>
              </a:ext>
            </a:extLst>
          </p:cNvPr>
          <p:cNvSpPr/>
          <p:nvPr/>
        </p:nvSpPr>
        <p:spPr>
          <a:xfrm rot="10639203">
            <a:off x="7059706" y="7637087"/>
            <a:ext cx="90000" cy="379445"/>
          </a:xfrm>
          <a:custGeom>
            <a:avLst/>
            <a:gdLst/>
            <a:ahLst/>
            <a:cxnLst/>
            <a:rect l="0" t="0" r="0" b="0"/>
            <a:pathLst>
              <a:path w="90000" h="379445" fill="none">
                <a:moveTo>
                  <a:pt x="0" y="0"/>
                </a:moveTo>
                <a:lnTo>
                  <a:pt x="90000" y="47431"/>
                </a:lnTo>
                <a:lnTo>
                  <a:pt x="0" y="94861"/>
                </a:lnTo>
                <a:lnTo>
                  <a:pt x="90000" y="142292"/>
                </a:lnTo>
                <a:lnTo>
                  <a:pt x="0" y="189722"/>
                </a:lnTo>
                <a:lnTo>
                  <a:pt x="90000" y="237153"/>
                </a:lnTo>
                <a:lnTo>
                  <a:pt x="0" y="284584"/>
                </a:lnTo>
                <a:lnTo>
                  <a:pt x="90000" y="332014"/>
                </a:lnTo>
                <a:lnTo>
                  <a:pt x="0" y="379445"/>
                </a:lnTo>
              </a:path>
            </a:pathLst>
          </a:custGeom>
          <a:noFill/>
          <a:ln w="19050" cap="rnd" cmpd="sng" algn="ctr">
            <a:solidFill>
              <a:schemeClr val="bg2">
                <a:lumMod val="90000"/>
              </a:schemeClr>
            </a:solidFill>
            <a:round/>
          </a:ln>
        </p:spPr>
        <p:txBody>
          <a:bodyPr/>
          <a:lstStyle/>
          <a:p>
            <a:endParaRPr lang="da-DK"/>
          </a:p>
        </p:txBody>
      </p:sp>
    </p:spTree>
    <p:extLst>
      <p:ext uri="{BB962C8B-B14F-4D97-AF65-F5344CB8AC3E}">
        <p14:creationId xmlns:p14="http://schemas.microsoft.com/office/powerpoint/2010/main" val="344901527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3" name="Billede 32" descr="The image displays a table or form with fields for a bridge club event, including the date, time, and expected end time, and a section to add a bridge ur.&#10;&#10;AI-genereret indhold kan være ukorrekt.">
            <a:extLst>
              <a:ext uri="{FF2B5EF4-FFF2-40B4-BE49-F238E27FC236}">
                <a16:creationId xmlns:a16="http://schemas.microsoft.com/office/drawing/2014/main" id="{093ABB5A-605B-C2A3-35C0-2342796368F1}"/>
              </a:ext>
            </a:extLst>
          </p:cNvPr>
          <p:cNvPicPr>
            <a:picLocks noChangeAspect="1"/>
          </p:cNvPicPr>
          <p:nvPr/>
        </p:nvPicPr>
        <p:blipFill>
          <a:blip r:embed="rId2"/>
          <a:stretch>
            <a:fillRect/>
          </a:stretch>
        </p:blipFill>
        <p:spPr>
          <a:xfrm>
            <a:off x="100746" y="5862131"/>
            <a:ext cx="6079490" cy="1228123"/>
          </a:xfrm>
          <a:prstGeom prst="rect">
            <a:avLst/>
          </a:prstGeom>
        </p:spPr>
      </p:pic>
      <p:pic>
        <p:nvPicPr>
          <p:cNvPr id="29" name="Billede 28" descr="The image displays a form or interface with fields for language selection (Danish), a progress bar for a bridgemate, and settings for a projector, including a 20-second blinking interval and a maximum of 40 lines.&#10;&#10;AI-genereret indhold kan være ukorrekt.">
            <a:extLst>
              <a:ext uri="{FF2B5EF4-FFF2-40B4-BE49-F238E27FC236}">
                <a16:creationId xmlns:a16="http://schemas.microsoft.com/office/drawing/2014/main" id="{4F13B8FF-B444-BA82-CC23-F2695045D136}"/>
              </a:ext>
            </a:extLst>
          </p:cNvPr>
          <p:cNvPicPr>
            <a:picLocks noChangeAspect="1"/>
          </p:cNvPicPr>
          <p:nvPr/>
        </p:nvPicPr>
        <p:blipFill>
          <a:blip r:embed="rId3"/>
          <a:stretch>
            <a:fillRect/>
          </a:stretch>
        </p:blipFill>
        <p:spPr>
          <a:xfrm>
            <a:off x="100746" y="1363941"/>
            <a:ext cx="5379720" cy="2834640"/>
          </a:xfrm>
          <a:prstGeom prst="rect">
            <a:avLst/>
          </a:prstGeom>
        </p:spPr>
      </p:pic>
      <p:pic>
        <p:nvPicPr>
          <p:cNvPr id="27" name="Billede 26" descr="Vejledning.&#10;&#10;AI-genereret indhold kan være ukorrekt.">
            <a:extLst>
              <a:ext uri="{FF2B5EF4-FFF2-40B4-BE49-F238E27FC236}">
                <a16:creationId xmlns:a16="http://schemas.microsoft.com/office/drawing/2014/main" id="{B7F9F8C1-2B1A-A524-7EE6-8BCF657E0182}"/>
              </a:ext>
            </a:extLst>
          </p:cNvPr>
          <p:cNvPicPr>
            <a:picLocks noChangeAspect="1"/>
          </p:cNvPicPr>
          <p:nvPr/>
        </p:nvPicPr>
        <p:blipFill>
          <a:blip r:embed="rId4"/>
          <a:stretch>
            <a:fillRect/>
          </a:stretch>
        </p:blipFill>
        <p:spPr>
          <a:xfrm>
            <a:off x="100746" y="622154"/>
            <a:ext cx="2419350" cy="657225"/>
          </a:xfrm>
          <a:prstGeom prst="rect">
            <a:avLst/>
          </a:prstGeom>
        </p:spPr>
      </p:pic>
      <p:sp>
        <p:nvSpPr>
          <p:cNvPr id="9" name="Taleboble: rektangel 8">
            <a:extLst>
              <a:ext uri="{FF2B5EF4-FFF2-40B4-BE49-F238E27FC236}">
                <a16:creationId xmlns:a16="http://schemas.microsoft.com/office/drawing/2014/main" id="{BFC8DE2D-6F05-054D-AEEF-82E879EB08EF}"/>
              </a:ext>
            </a:extLst>
          </p:cNvPr>
          <p:cNvSpPr/>
          <p:nvPr/>
        </p:nvSpPr>
        <p:spPr>
          <a:xfrm>
            <a:off x="100746" y="194702"/>
            <a:ext cx="2790411" cy="347414"/>
          </a:xfrm>
          <a:prstGeom prst="wedgeRectCallout">
            <a:avLst>
              <a:gd name="adj1" fmla="val -28503"/>
              <a:gd name="adj2" fmla="val 206823"/>
            </a:avLst>
          </a:prstGeom>
          <a:solidFill>
            <a:schemeClr val="tx2">
              <a:lumMod val="10000"/>
              <a:lumOff val="90000"/>
            </a:schemeClr>
          </a:solidFill>
        </p:spPr>
        <p:style>
          <a:lnRef idx="1">
            <a:schemeClr val="accent4"/>
          </a:lnRef>
          <a:fillRef idx="2">
            <a:schemeClr val="accent4"/>
          </a:fillRef>
          <a:effectRef idx="1">
            <a:schemeClr val="accent4"/>
          </a:effectRef>
          <a:fontRef idx="minor">
            <a:schemeClr val="dk1"/>
          </a:fontRef>
        </p:style>
        <p:txBody>
          <a:bodyPr rtlCol="0" anchor="ctr"/>
          <a:lstStyle/>
          <a:p>
            <a:pPr algn="ctr"/>
            <a:r>
              <a:rPr lang="da-DK" sz="1200" noProof="0" dirty="0">
                <a:ln w="0"/>
                <a:solidFill>
                  <a:schemeClr val="tx1"/>
                </a:solidFill>
                <a:effectLst>
                  <a:outerShdw blurRad="38100" dist="19050" dir="2700000" algn="tl" rotWithShape="0">
                    <a:schemeClr val="dk1">
                      <a:alpha val="40000"/>
                    </a:schemeClr>
                  </a:outerShdw>
                </a:effectLst>
              </a:rPr>
              <a:t>Åben program Indstillinger første gang</a:t>
            </a:r>
          </a:p>
        </p:txBody>
      </p:sp>
      <p:sp>
        <p:nvSpPr>
          <p:cNvPr id="10" name="Tekstfelt 9">
            <a:extLst>
              <a:ext uri="{FF2B5EF4-FFF2-40B4-BE49-F238E27FC236}">
                <a16:creationId xmlns:a16="http://schemas.microsoft.com/office/drawing/2014/main" id="{2EA30709-F3B2-2BF2-68BB-AFBE5BC25989}"/>
              </a:ext>
            </a:extLst>
          </p:cNvPr>
          <p:cNvSpPr txBox="1"/>
          <p:nvPr/>
        </p:nvSpPr>
        <p:spPr>
          <a:xfrm>
            <a:off x="0" y="4355411"/>
            <a:ext cx="7008509" cy="1461939"/>
          </a:xfrm>
          <a:prstGeom prst="rect">
            <a:avLst/>
          </a:prstGeom>
          <a:noFill/>
        </p:spPr>
        <p:txBody>
          <a:bodyPr wrap="square" rtlCol="0">
            <a:spAutoFit/>
          </a:bodyPr>
          <a:lstStyle/>
          <a:p>
            <a:pPr>
              <a:spcBef>
                <a:spcPts val="600"/>
              </a:spcBef>
            </a:pPr>
            <a:r>
              <a:rPr lang="da-DK" sz="1200" b="1" dirty="0"/>
              <a:t>Indlæs BridgeMate Status</a:t>
            </a:r>
          </a:p>
          <a:p>
            <a:r>
              <a:rPr lang="da-DK" sz="1200" dirty="0"/>
              <a:t>Når denne er valgt, overvåger programmet status på alle terminaler og signalerer automatisk rundeskifte, så snart alle borde er færdige med runden – også selv om der stadig er tid tilbage på bridgeuret.</a:t>
            </a:r>
          </a:p>
          <a:p>
            <a:pPr>
              <a:spcBef>
                <a:spcPts val="600"/>
              </a:spcBef>
            </a:pPr>
            <a:r>
              <a:rPr lang="da-DK" sz="1200" b="1" dirty="0"/>
              <a:t>Indlæs BC3 Data (kun i Danmark)</a:t>
            </a:r>
          </a:p>
          <a:p>
            <a:r>
              <a:rPr lang="da-DK" sz="1200" dirty="0"/>
              <a:t>Afgør om programmet skal indlæse start- og resultatlister fra BC3. Bemærk, at programmet kun indlæser de data, der er sendt fra BC3 til “hjemmesiden”.</a:t>
            </a:r>
            <a:endParaRPr lang="da-DK" sz="1200" b="1" dirty="0"/>
          </a:p>
        </p:txBody>
      </p:sp>
      <p:cxnSp>
        <p:nvCxnSpPr>
          <p:cNvPr id="11" name="Lige pilforbindelse 10">
            <a:extLst>
              <a:ext uri="{FF2B5EF4-FFF2-40B4-BE49-F238E27FC236}">
                <a16:creationId xmlns:a16="http://schemas.microsoft.com/office/drawing/2014/main" id="{859E7BBB-A1FD-FA56-5B51-634DBBD0E674}"/>
              </a:ext>
            </a:extLst>
          </p:cNvPr>
          <p:cNvCxnSpPr>
            <a:cxnSpLocks/>
          </p:cNvCxnSpPr>
          <p:nvPr/>
        </p:nvCxnSpPr>
        <p:spPr>
          <a:xfrm>
            <a:off x="730322" y="1251300"/>
            <a:ext cx="330683" cy="38696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2" name="Tekstfelt 11">
            <a:extLst>
              <a:ext uri="{FF2B5EF4-FFF2-40B4-BE49-F238E27FC236}">
                <a16:creationId xmlns:a16="http://schemas.microsoft.com/office/drawing/2014/main" id="{2F3069A6-C084-A3F3-94A3-EA96913B5D20}"/>
              </a:ext>
            </a:extLst>
          </p:cNvPr>
          <p:cNvSpPr txBox="1"/>
          <p:nvPr/>
        </p:nvSpPr>
        <p:spPr>
          <a:xfrm>
            <a:off x="42375" y="8797185"/>
            <a:ext cx="7008509" cy="1277273"/>
          </a:xfrm>
          <a:prstGeom prst="rect">
            <a:avLst/>
          </a:prstGeom>
          <a:noFill/>
        </p:spPr>
        <p:txBody>
          <a:bodyPr wrap="square" rtlCol="0">
            <a:spAutoFit/>
          </a:bodyPr>
          <a:lstStyle/>
          <a:p>
            <a:pPr>
              <a:spcBef>
                <a:spcPts val="600"/>
              </a:spcBef>
            </a:pPr>
            <a:r>
              <a:rPr lang="da-DK" sz="1200" b="1" dirty="0"/>
              <a:t>Bladringsinterval på projektor</a:t>
            </a:r>
          </a:p>
          <a:p>
            <a:r>
              <a:rPr lang="da-DK" sz="1200" dirty="0"/>
              <a:t>Angiver hvor mange sekunder der skal gå, før der bladres videre, når start- eller resultatlisten ikke kan vises på én projektorside.</a:t>
            </a:r>
          </a:p>
          <a:p>
            <a:pPr>
              <a:spcBef>
                <a:spcPts val="600"/>
              </a:spcBef>
            </a:pPr>
            <a:r>
              <a:rPr lang="da-DK" sz="1200" b="1" dirty="0"/>
              <a:t>Max. linjer på siden</a:t>
            </a:r>
          </a:p>
          <a:p>
            <a:r>
              <a:rPr lang="da-DK" sz="1200" dirty="0"/>
              <a:t>Angiver hvor mange linjer der maksimalt vises på projektoren. Når tallet øges, bliver teksten mindre – og omvendt. </a:t>
            </a:r>
          </a:p>
        </p:txBody>
      </p:sp>
      <p:sp>
        <p:nvSpPr>
          <p:cNvPr id="16" name="Tekstfelt 15">
            <a:extLst>
              <a:ext uri="{FF2B5EF4-FFF2-40B4-BE49-F238E27FC236}">
                <a16:creationId xmlns:a16="http://schemas.microsoft.com/office/drawing/2014/main" id="{3014E9EC-F351-6129-98F9-8B80B8C786E5}"/>
              </a:ext>
            </a:extLst>
          </p:cNvPr>
          <p:cNvSpPr txBox="1"/>
          <p:nvPr/>
        </p:nvSpPr>
        <p:spPr>
          <a:xfrm>
            <a:off x="303605" y="7615551"/>
            <a:ext cx="6614895" cy="276999"/>
          </a:xfrm>
          <a:prstGeom prst="rect">
            <a:avLst/>
          </a:prstGeom>
          <a:noFill/>
          <a:ln>
            <a:solidFill>
              <a:schemeClr val="accent1"/>
            </a:solidFill>
          </a:ln>
        </p:spPr>
        <p:txBody>
          <a:bodyPr wrap="square" rtlCol="0">
            <a:spAutoFit/>
          </a:bodyPr>
          <a:lstStyle/>
          <a:p>
            <a:r>
              <a:rPr lang="da-DK" sz="1200" noProof="0" dirty="0"/>
              <a:t>Disse felter vises kun, når man har valgt at indlæse BC3 data.</a:t>
            </a:r>
          </a:p>
        </p:txBody>
      </p:sp>
      <p:cxnSp>
        <p:nvCxnSpPr>
          <p:cNvPr id="17" name="Lige pilforbindelse 16">
            <a:extLst>
              <a:ext uri="{FF2B5EF4-FFF2-40B4-BE49-F238E27FC236}">
                <a16:creationId xmlns:a16="http://schemas.microsoft.com/office/drawing/2014/main" id="{F3FBEAD0-FD91-9FBB-61F4-47DD5014BD86}"/>
              </a:ext>
            </a:extLst>
          </p:cNvPr>
          <p:cNvCxnSpPr>
            <a:cxnSpLocks/>
          </p:cNvCxnSpPr>
          <p:nvPr/>
        </p:nvCxnSpPr>
        <p:spPr>
          <a:xfrm>
            <a:off x="2788811" y="6338390"/>
            <a:ext cx="1795" cy="1023702"/>
          </a:xfrm>
          <a:prstGeom prst="straightConnector1">
            <a:avLst/>
          </a:prstGeom>
          <a:ln w="9525">
            <a:solidFill>
              <a:schemeClr val="accent6"/>
            </a:solidFill>
            <a:tailEnd type="triangle"/>
          </a:ln>
        </p:spPr>
        <p:style>
          <a:lnRef idx="2">
            <a:schemeClr val="accent1"/>
          </a:lnRef>
          <a:fillRef idx="0">
            <a:schemeClr val="accent1"/>
          </a:fillRef>
          <a:effectRef idx="1">
            <a:schemeClr val="accent1"/>
          </a:effectRef>
          <a:fontRef idx="minor">
            <a:schemeClr val="tx1"/>
          </a:fontRef>
        </p:style>
      </p:cxnSp>
      <p:cxnSp>
        <p:nvCxnSpPr>
          <p:cNvPr id="18" name="Lige pilforbindelse 17">
            <a:extLst>
              <a:ext uri="{FF2B5EF4-FFF2-40B4-BE49-F238E27FC236}">
                <a16:creationId xmlns:a16="http://schemas.microsoft.com/office/drawing/2014/main" id="{EFA50253-D792-8E8C-4B58-7F4DF002299E}"/>
              </a:ext>
            </a:extLst>
          </p:cNvPr>
          <p:cNvCxnSpPr>
            <a:cxnSpLocks/>
          </p:cNvCxnSpPr>
          <p:nvPr/>
        </p:nvCxnSpPr>
        <p:spPr>
          <a:xfrm>
            <a:off x="4146270" y="6338390"/>
            <a:ext cx="0" cy="988224"/>
          </a:xfrm>
          <a:prstGeom prst="straightConnector1">
            <a:avLst/>
          </a:prstGeom>
          <a:ln w="9525">
            <a:tailEnd type="triangle"/>
          </a:ln>
        </p:spPr>
        <p:style>
          <a:lnRef idx="1">
            <a:schemeClr val="accent6"/>
          </a:lnRef>
          <a:fillRef idx="0">
            <a:schemeClr val="accent6"/>
          </a:fillRef>
          <a:effectRef idx="0">
            <a:schemeClr val="accent6"/>
          </a:effectRef>
          <a:fontRef idx="minor">
            <a:schemeClr val="tx1"/>
          </a:fontRef>
        </p:style>
      </p:cxnSp>
      <p:cxnSp>
        <p:nvCxnSpPr>
          <p:cNvPr id="20" name="Lige pilforbindelse 19">
            <a:extLst>
              <a:ext uri="{FF2B5EF4-FFF2-40B4-BE49-F238E27FC236}">
                <a16:creationId xmlns:a16="http://schemas.microsoft.com/office/drawing/2014/main" id="{EDC0CD05-A017-6B27-CCB4-826D2A11A3CB}"/>
              </a:ext>
            </a:extLst>
          </p:cNvPr>
          <p:cNvCxnSpPr>
            <a:cxnSpLocks/>
          </p:cNvCxnSpPr>
          <p:nvPr/>
        </p:nvCxnSpPr>
        <p:spPr>
          <a:xfrm>
            <a:off x="730322" y="6268446"/>
            <a:ext cx="0" cy="1058168"/>
          </a:xfrm>
          <a:prstGeom prst="straightConnector1">
            <a:avLst/>
          </a:prstGeom>
          <a:ln w="9525">
            <a:tailEnd type="triangle"/>
          </a:ln>
        </p:spPr>
        <p:style>
          <a:lnRef idx="1">
            <a:schemeClr val="accent6"/>
          </a:lnRef>
          <a:fillRef idx="0">
            <a:schemeClr val="accent6"/>
          </a:fillRef>
          <a:effectRef idx="0">
            <a:schemeClr val="accent6"/>
          </a:effectRef>
          <a:fontRef idx="minor">
            <a:schemeClr val="tx1"/>
          </a:fontRef>
        </p:style>
      </p:cxnSp>
      <p:cxnSp>
        <p:nvCxnSpPr>
          <p:cNvPr id="21" name="Lige pilforbindelse 20">
            <a:extLst>
              <a:ext uri="{FF2B5EF4-FFF2-40B4-BE49-F238E27FC236}">
                <a16:creationId xmlns:a16="http://schemas.microsoft.com/office/drawing/2014/main" id="{4840D700-DD14-09B0-DBA7-55725E0F7C0D}"/>
              </a:ext>
            </a:extLst>
          </p:cNvPr>
          <p:cNvCxnSpPr>
            <a:cxnSpLocks/>
          </p:cNvCxnSpPr>
          <p:nvPr/>
        </p:nvCxnSpPr>
        <p:spPr>
          <a:xfrm flipV="1">
            <a:off x="3601172" y="8036105"/>
            <a:ext cx="0" cy="357460"/>
          </a:xfrm>
          <a:prstGeom prst="straightConnector1">
            <a:avLst/>
          </a:prstGeom>
          <a:ln w="9525">
            <a:solidFill>
              <a:schemeClr val="accent6"/>
            </a:solidFill>
            <a:tailEnd type="triangle"/>
          </a:ln>
        </p:spPr>
        <p:style>
          <a:lnRef idx="2">
            <a:schemeClr val="accent1"/>
          </a:lnRef>
          <a:fillRef idx="0">
            <a:schemeClr val="accent1"/>
          </a:fillRef>
          <a:effectRef idx="1">
            <a:schemeClr val="accent1"/>
          </a:effectRef>
          <a:fontRef idx="minor">
            <a:schemeClr val="tx1"/>
          </a:fontRef>
        </p:style>
      </p:cxnSp>
      <p:cxnSp>
        <p:nvCxnSpPr>
          <p:cNvPr id="22" name="Lige pilforbindelse 21">
            <a:extLst>
              <a:ext uri="{FF2B5EF4-FFF2-40B4-BE49-F238E27FC236}">
                <a16:creationId xmlns:a16="http://schemas.microsoft.com/office/drawing/2014/main" id="{2547C9AD-F86F-08AA-144B-C0F1550141D3}"/>
              </a:ext>
            </a:extLst>
          </p:cNvPr>
          <p:cNvCxnSpPr>
            <a:cxnSpLocks/>
          </p:cNvCxnSpPr>
          <p:nvPr/>
        </p:nvCxnSpPr>
        <p:spPr>
          <a:xfrm flipV="1">
            <a:off x="5608792" y="8072442"/>
            <a:ext cx="0" cy="357460"/>
          </a:xfrm>
          <a:prstGeom prst="straightConnector1">
            <a:avLst/>
          </a:prstGeom>
          <a:ln w="9525">
            <a:solidFill>
              <a:schemeClr val="accent6"/>
            </a:solidFill>
            <a:tailEnd type="triangle"/>
          </a:ln>
        </p:spPr>
        <p:style>
          <a:lnRef idx="2">
            <a:schemeClr val="accent1"/>
          </a:lnRef>
          <a:fillRef idx="0">
            <a:schemeClr val="accent1"/>
          </a:fillRef>
          <a:effectRef idx="1">
            <a:schemeClr val="accent1"/>
          </a:effectRef>
          <a:fontRef idx="minor">
            <a:schemeClr val="tx1"/>
          </a:fontRef>
        </p:style>
      </p:cxnSp>
      <p:sp>
        <p:nvSpPr>
          <p:cNvPr id="23" name="Ellipse 22">
            <a:extLst>
              <a:ext uri="{FF2B5EF4-FFF2-40B4-BE49-F238E27FC236}">
                <a16:creationId xmlns:a16="http://schemas.microsoft.com/office/drawing/2014/main" id="{01CCC391-2084-8849-32A5-9B5AAFB42EAF}"/>
              </a:ext>
            </a:extLst>
          </p:cNvPr>
          <p:cNvSpPr/>
          <p:nvPr/>
        </p:nvSpPr>
        <p:spPr>
          <a:xfrm>
            <a:off x="225417" y="5961455"/>
            <a:ext cx="5622704" cy="306991"/>
          </a:xfrm>
          <a:prstGeom prst="ellipse">
            <a:avLst/>
          </a:prstGeom>
          <a:noFill/>
          <a:ln>
            <a:solidFill>
              <a:schemeClr val="accent6">
                <a:lumMod val="60000"/>
                <a:lumOff val="40000"/>
              </a:schemeClr>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da-DK" noProof="0" dirty="0"/>
          </a:p>
        </p:txBody>
      </p:sp>
      <p:sp>
        <p:nvSpPr>
          <p:cNvPr id="24" name="Zigzag venstre">
            <a:extLst>
              <a:ext uri="{FF2B5EF4-FFF2-40B4-BE49-F238E27FC236}">
                <a16:creationId xmlns:a16="http://schemas.microsoft.com/office/drawing/2014/main" id="{20BC63FD-8C88-777E-AEAB-68389B244401}"/>
              </a:ext>
            </a:extLst>
          </p:cNvPr>
          <p:cNvSpPr/>
          <p:nvPr/>
        </p:nvSpPr>
        <p:spPr>
          <a:xfrm>
            <a:off x="100746" y="7656660"/>
            <a:ext cx="90000" cy="379445"/>
          </a:xfrm>
          <a:custGeom>
            <a:avLst/>
            <a:gdLst/>
            <a:ahLst/>
            <a:cxnLst/>
            <a:rect l="0" t="0" r="0" b="0"/>
            <a:pathLst>
              <a:path w="90000" h="379445" fill="none">
                <a:moveTo>
                  <a:pt x="0" y="0"/>
                </a:moveTo>
                <a:lnTo>
                  <a:pt x="90000" y="47431"/>
                </a:lnTo>
                <a:lnTo>
                  <a:pt x="0" y="94861"/>
                </a:lnTo>
                <a:lnTo>
                  <a:pt x="90000" y="142292"/>
                </a:lnTo>
                <a:lnTo>
                  <a:pt x="0" y="189722"/>
                </a:lnTo>
                <a:lnTo>
                  <a:pt x="90000" y="237153"/>
                </a:lnTo>
                <a:lnTo>
                  <a:pt x="0" y="284584"/>
                </a:lnTo>
                <a:lnTo>
                  <a:pt x="90000" y="332014"/>
                </a:lnTo>
                <a:lnTo>
                  <a:pt x="0" y="379445"/>
                </a:lnTo>
              </a:path>
            </a:pathLst>
          </a:custGeom>
          <a:noFill/>
          <a:ln w="19050" cap="rnd" cmpd="sng" algn="ctr">
            <a:solidFill>
              <a:schemeClr val="bg2">
                <a:lumMod val="90000"/>
              </a:schemeClr>
            </a:solidFill>
            <a:round/>
          </a:ln>
        </p:spPr>
        <p:txBody>
          <a:bodyPr/>
          <a:lstStyle/>
          <a:p>
            <a:endParaRPr lang="da-DK" noProof="0" dirty="0">
              <a:solidFill>
                <a:schemeClr val="bg2">
                  <a:lumMod val="75000"/>
                </a:schemeClr>
              </a:solidFill>
            </a:endParaRPr>
          </a:p>
        </p:txBody>
      </p:sp>
      <p:sp>
        <p:nvSpPr>
          <p:cNvPr id="25" name="Zigzag hoejre">
            <a:extLst>
              <a:ext uri="{FF2B5EF4-FFF2-40B4-BE49-F238E27FC236}">
                <a16:creationId xmlns:a16="http://schemas.microsoft.com/office/drawing/2014/main" id="{3788DB70-FD2C-15FF-6CD1-4BBAC59F0D65}"/>
              </a:ext>
            </a:extLst>
          </p:cNvPr>
          <p:cNvSpPr/>
          <p:nvPr/>
        </p:nvSpPr>
        <p:spPr>
          <a:xfrm rot="10639203">
            <a:off x="7059706" y="7637087"/>
            <a:ext cx="90000" cy="379445"/>
          </a:xfrm>
          <a:custGeom>
            <a:avLst/>
            <a:gdLst/>
            <a:ahLst/>
            <a:cxnLst/>
            <a:rect l="0" t="0" r="0" b="0"/>
            <a:pathLst>
              <a:path w="90000" h="379445" fill="none">
                <a:moveTo>
                  <a:pt x="0" y="0"/>
                </a:moveTo>
                <a:lnTo>
                  <a:pt x="90000" y="47431"/>
                </a:lnTo>
                <a:lnTo>
                  <a:pt x="0" y="94861"/>
                </a:lnTo>
                <a:lnTo>
                  <a:pt x="90000" y="142292"/>
                </a:lnTo>
                <a:lnTo>
                  <a:pt x="0" y="189722"/>
                </a:lnTo>
                <a:lnTo>
                  <a:pt x="90000" y="237153"/>
                </a:lnTo>
                <a:lnTo>
                  <a:pt x="0" y="284584"/>
                </a:lnTo>
                <a:lnTo>
                  <a:pt x="90000" y="332014"/>
                </a:lnTo>
                <a:lnTo>
                  <a:pt x="0" y="379445"/>
                </a:lnTo>
              </a:path>
            </a:pathLst>
          </a:custGeom>
          <a:noFill/>
          <a:ln w="19050" cap="rnd" cmpd="sng" algn="ctr">
            <a:solidFill>
              <a:schemeClr val="bg2">
                <a:lumMod val="90000"/>
              </a:schemeClr>
            </a:solidFill>
            <a:round/>
          </a:ln>
        </p:spPr>
        <p:txBody>
          <a:bodyPr/>
          <a:lstStyle/>
          <a:p>
            <a:endParaRPr lang="da-DK" noProof="0" dirty="0"/>
          </a:p>
        </p:txBody>
      </p:sp>
      <p:pic>
        <p:nvPicPr>
          <p:cNvPr id="39" name="Billede 38" descr="The image shows a computer screen displaying a file explorer window with three selected file types: Projector, Vis Startlister, and Vis Urene.&#10;&#10;AI-genereret indhold kan være ukorrekt.">
            <a:extLst>
              <a:ext uri="{FF2B5EF4-FFF2-40B4-BE49-F238E27FC236}">
                <a16:creationId xmlns:a16="http://schemas.microsoft.com/office/drawing/2014/main" id="{0F18FE9A-099C-8337-595A-F67657FC625B}"/>
              </a:ext>
            </a:extLst>
          </p:cNvPr>
          <p:cNvPicPr>
            <a:picLocks noChangeAspect="1"/>
          </p:cNvPicPr>
          <p:nvPr/>
        </p:nvPicPr>
        <p:blipFill>
          <a:blip r:embed="rId5"/>
          <a:stretch>
            <a:fillRect/>
          </a:stretch>
        </p:blipFill>
        <p:spPr>
          <a:xfrm>
            <a:off x="77471" y="8324041"/>
            <a:ext cx="7081058" cy="263804"/>
          </a:xfrm>
          <a:prstGeom prst="rect">
            <a:avLst/>
          </a:prstGeom>
        </p:spPr>
      </p:pic>
    </p:spTree>
    <p:extLst>
      <p:ext uri="{BB962C8B-B14F-4D97-AF65-F5344CB8AC3E}">
        <p14:creationId xmlns:p14="http://schemas.microsoft.com/office/powerpoint/2010/main" val="1135655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Billede 15" descr="The image displays a user interface with various options: 'Projector', 'Show Startlists', 'Show Timers', 'Show Results', and a 'Close' button.&#10;&#10;AI-genereret indhold kan være ukorrekt.">
            <a:extLst>
              <a:ext uri="{FF2B5EF4-FFF2-40B4-BE49-F238E27FC236}">
                <a16:creationId xmlns:a16="http://schemas.microsoft.com/office/drawing/2014/main" id="{DBB357EF-5F41-FA4A-3FBE-37E3D96910B2}"/>
              </a:ext>
            </a:extLst>
          </p:cNvPr>
          <p:cNvPicPr>
            <a:picLocks noChangeAspect="1"/>
          </p:cNvPicPr>
          <p:nvPr/>
        </p:nvPicPr>
        <p:blipFill>
          <a:blip r:embed="rId2"/>
          <a:stretch>
            <a:fillRect/>
          </a:stretch>
        </p:blipFill>
        <p:spPr>
          <a:xfrm>
            <a:off x="4" y="4520292"/>
            <a:ext cx="6839348" cy="272980"/>
          </a:xfrm>
          <a:prstGeom prst="rect">
            <a:avLst/>
          </a:prstGeom>
        </p:spPr>
      </p:pic>
      <p:pic>
        <p:nvPicPr>
          <p:cNvPr id="7" name="Billede 6" descr="The image displays a schedule for an event at the Lyngby Bridge Klub, with details including the sub-club, date, and expected duration.&#10;&#10;AI-genereret indhold kan være ukorrekt.">
            <a:extLst>
              <a:ext uri="{FF2B5EF4-FFF2-40B4-BE49-F238E27FC236}">
                <a16:creationId xmlns:a16="http://schemas.microsoft.com/office/drawing/2014/main" id="{40830CBD-2451-F011-9913-CB503281FAB4}"/>
              </a:ext>
            </a:extLst>
          </p:cNvPr>
          <p:cNvPicPr>
            <a:picLocks noChangeAspect="1"/>
          </p:cNvPicPr>
          <p:nvPr/>
        </p:nvPicPr>
        <p:blipFill>
          <a:blip r:embed="rId3"/>
          <a:stretch>
            <a:fillRect/>
          </a:stretch>
        </p:blipFill>
        <p:spPr>
          <a:xfrm>
            <a:off x="4" y="1908137"/>
            <a:ext cx="6839348" cy="1433852"/>
          </a:xfrm>
          <a:prstGeom prst="rect">
            <a:avLst/>
          </a:prstGeom>
        </p:spPr>
      </p:pic>
      <p:sp>
        <p:nvSpPr>
          <p:cNvPr id="26" name="Tekstfelt 25">
            <a:extLst>
              <a:ext uri="{FF2B5EF4-FFF2-40B4-BE49-F238E27FC236}">
                <a16:creationId xmlns:a16="http://schemas.microsoft.com/office/drawing/2014/main" id="{3A329B73-A830-39F8-644A-D579DE020A61}"/>
              </a:ext>
            </a:extLst>
          </p:cNvPr>
          <p:cNvSpPr txBox="1"/>
          <p:nvPr/>
        </p:nvSpPr>
        <p:spPr>
          <a:xfrm>
            <a:off x="78188" y="3687184"/>
            <a:ext cx="6761162" cy="461665"/>
          </a:xfrm>
          <a:prstGeom prst="rect">
            <a:avLst/>
          </a:prstGeom>
          <a:noFill/>
          <a:ln>
            <a:solidFill>
              <a:schemeClr val="accent1"/>
            </a:solidFill>
          </a:ln>
        </p:spPr>
        <p:txBody>
          <a:bodyPr wrap="square" rtlCol="0">
            <a:spAutoFit/>
          </a:bodyPr>
          <a:lstStyle/>
          <a:p>
            <a:r>
              <a:rPr lang="en-US" sz="1200" dirty="0"/>
              <a:t>These elements are shown only when the App Settings option “Read BC3 data” is enabled, and they only  apply in Denmark.</a:t>
            </a:r>
          </a:p>
        </p:txBody>
      </p:sp>
      <p:cxnSp>
        <p:nvCxnSpPr>
          <p:cNvPr id="22" name="Lige pilforbindelse 21">
            <a:extLst>
              <a:ext uri="{FF2B5EF4-FFF2-40B4-BE49-F238E27FC236}">
                <a16:creationId xmlns:a16="http://schemas.microsoft.com/office/drawing/2014/main" id="{5FF81E1A-D54C-70C6-BF97-706CF9B717E2}"/>
              </a:ext>
            </a:extLst>
          </p:cNvPr>
          <p:cNvCxnSpPr>
            <a:cxnSpLocks/>
          </p:cNvCxnSpPr>
          <p:nvPr/>
        </p:nvCxnSpPr>
        <p:spPr>
          <a:xfrm>
            <a:off x="2563394" y="2410023"/>
            <a:ext cx="0" cy="1136472"/>
          </a:xfrm>
          <a:prstGeom prst="straightConnector1">
            <a:avLst/>
          </a:prstGeom>
          <a:ln w="9525">
            <a:solidFill>
              <a:schemeClr val="accent6"/>
            </a:solidFill>
            <a:tailEnd type="triangle"/>
          </a:ln>
        </p:spPr>
        <p:style>
          <a:lnRef idx="2">
            <a:schemeClr val="accent1"/>
          </a:lnRef>
          <a:fillRef idx="0">
            <a:schemeClr val="accent1"/>
          </a:fillRef>
          <a:effectRef idx="1">
            <a:schemeClr val="accent1"/>
          </a:effectRef>
          <a:fontRef idx="minor">
            <a:schemeClr val="tx1"/>
          </a:fontRef>
        </p:style>
      </p:cxnSp>
      <p:cxnSp>
        <p:nvCxnSpPr>
          <p:cNvPr id="25" name="Lige pilforbindelse 24">
            <a:extLst>
              <a:ext uri="{FF2B5EF4-FFF2-40B4-BE49-F238E27FC236}">
                <a16:creationId xmlns:a16="http://schemas.microsoft.com/office/drawing/2014/main" id="{0F8FB10D-A162-B94B-FF57-0FFD843E2198}"/>
              </a:ext>
            </a:extLst>
          </p:cNvPr>
          <p:cNvCxnSpPr>
            <a:cxnSpLocks/>
          </p:cNvCxnSpPr>
          <p:nvPr/>
        </p:nvCxnSpPr>
        <p:spPr>
          <a:xfrm>
            <a:off x="1416804" y="2492450"/>
            <a:ext cx="0" cy="1058168"/>
          </a:xfrm>
          <a:prstGeom prst="straightConnector1">
            <a:avLst/>
          </a:prstGeom>
          <a:ln w="9525">
            <a:tailEnd type="triangle"/>
          </a:ln>
        </p:spPr>
        <p:style>
          <a:lnRef idx="1">
            <a:schemeClr val="accent6"/>
          </a:lnRef>
          <a:fillRef idx="0">
            <a:schemeClr val="accent6"/>
          </a:fillRef>
          <a:effectRef idx="0">
            <a:schemeClr val="accent6"/>
          </a:effectRef>
          <a:fontRef idx="minor">
            <a:schemeClr val="tx1"/>
          </a:fontRef>
        </p:style>
      </p:cxnSp>
      <p:cxnSp>
        <p:nvCxnSpPr>
          <p:cNvPr id="28" name="Lige pilforbindelse 27">
            <a:extLst>
              <a:ext uri="{FF2B5EF4-FFF2-40B4-BE49-F238E27FC236}">
                <a16:creationId xmlns:a16="http://schemas.microsoft.com/office/drawing/2014/main" id="{792D6AA7-0E6F-8BA5-5F8E-C8C4D3F17093}"/>
              </a:ext>
            </a:extLst>
          </p:cNvPr>
          <p:cNvCxnSpPr>
            <a:cxnSpLocks/>
          </p:cNvCxnSpPr>
          <p:nvPr/>
        </p:nvCxnSpPr>
        <p:spPr>
          <a:xfrm>
            <a:off x="251502" y="2492449"/>
            <a:ext cx="0" cy="1058168"/>
          </a:xfrm>
          <a:prstGeom prst="straightConnector1">
            <a:avLst/>
          </a:prstGeom>
          <a:ln w="9525">
            <a:tailEnd type="triangle"/>
          </a:ln>
        </p:spPr>
        <p:style>
          <a:lnRef idx="1">
            <a:schemeClr val="accent6"/>
          </a:lnRef>
          <a:fillRef idx="0">
            <a:schemeClr val="accent6"/>
          </a:fillRef>
          <a:effectRef idx="0">
            <a:schemeClr val="accent6"/>
          </a:effectRef>
          <a:fontRef idx="minor">
            <a:schemeClr val="tx1"/>
          </a:fontRef>
        </p:style>
      </p:cxnSp>
      <p:cxnSp>
        <p:nvCxnSpPr>
          <p:cNvPr id="29" name="Lige pilforbindelse 28">
            <a:extLst>
              <a:ext uri="{FF2B5EF4-FFF2-40B4-BE49-F238E27FC236}">
                <a16:creationId xmlns:a16="http://schemas.microsoft.com/office/drawing/2014/main" id="{B6B90BDE-837C-3F30-84F1-3DA00F16518C}"/>
              </a:ext>
            </a:extLst>
          </p:cNvPr>
          <p:cNvCxnSpPr>
            <a:cxnSpLocks/>
          </p:cNvCxnSpPr>
          <p:nvPr/>
        </p:nvCxnSpPr>
        <p:spPr>
          <a:xfrm flipV="1">
            <a:off x="4699238" y="4218271"/>
            <a:ext cx="0" cy="357460"/>
          </a:xfrm>
          <a:prstGeom prst="straightConnector1">
            <a:avLst/>
          </a:prstGeom>
          <a:ln w="9525">
            <a:solidFill>
              <a:schemeClr val="accent6"/>
            </a:solidFill>
            <a:tailEnd type="triangle"/>
          </a:ln>
        </p:spPr>
        <p:style>
          <a:lnRef idx="2">
            <a:schemeClr val="accent1"/>
          </a:lnRef>
          <a:fillRef idx="0">
            <a:schemeClr val="accent1"/>
          </a:fillRef>
          <a:effectRef idx="1">
            <a:schemeClr val="accent1"/>
          </a:effectRef>
          <a:fontRef idx="minor">
            <a:schemeClr val="tx1"/>
          </a:fontRef>
        </p:style>
      </p:cxnSp>
      <p:cxnSp>
        <p:nvCxnSpPr>
          <p:cNvPr id="33" name="Lige pilforbindelse 32">
            <a:extLst>
              <a:ext uri="{FF2B5EF4-FFF2-40B4-BE49-F238E27FC236}">
                <a16:creationId xmlns:a16="http://schemas.microsoft.com/office/drawing/2014/main" id="{47684FA9-2535-3606-7B50-A6AB4B0D3ACB}"/>
              </a:ext>
            </a:extLst>
          </p:cNvPr>
          <p:cNvCxnSpPr>
            <a:cxnSpLocks/>
          </p:cNvCxnSpPr>
          <p:nvPr/>
        </p:nvCxnSpPr>
        <p:spPr>
          <a:xfrm flipV="1">
            <a:off x="6050876" y="4218271"/>
            <a:ext cx="0" cy="357460"/>
          </a:xfrm>
          <a:prstGeom prst="straightConnector1">
            <a:avLst/>
          </a:prstGeom>
          <a:ln w="9525">
            <a:solidFill>
              <a:schemeClr val="accent6"/>
            </a:solidFill>
            <a:tailEnd type="triangle"/>
          </a:ln>
        </p:spPr>
        <p:style>
          <a:lnRef idx="2">
            <a:schemeClr val="accent1"/>
          </a:lnRef>
          <a:fillRef idx="0">
            <a:schemeClr val="accent1"/>
          </a:fillRef>
          <a:effectRef idx="1">
            <a:schemeClr val="accent1"/>
          </a:effectRef>
          <a:fontRef idx="minor">
            <a:schemeClr val="tx1"/>
          </a:fontRef>
        </p:style>
      </p:cxnSp>
      <p:sp>
        <p:nvSpPr>
          <p:cNvPr id="4" name="Ellipse 3">
            <a:extLst>
              <a:ext uri="{FF2B5EF4-FFF2-40B4-BE49-F238E27FC236}">
                <a16:creationId xmlns:a16="http://schemas.microsoft.com/office/drawing/2014/main" id="{D2038551-B81E-AA96-3D09-4D37BCB9F5DA}"/>
              </a:ext>
            </a:extLst>
          </p:cNvPr>
          <p:cNvSpPr/>
          <p:nvPr/>
        </p:nvSpPr>
        <p:spPr>
          <a:xfrm>
            <a:off x="0" y="2033088"/>
            <a:ext cx="5622704" cy="306991"/>
          </a:xfrm>
          <a:prstGeom prst="ellipse">
            <a:avLst/>
          </a:prstGeom>
          <a:noFill/>
          <a:ln>
            <a:solidFill>
              <a:schemeClr val="accent6">
                <a:lumMod val="60000"/>
                <a:lumOff val="40000"/>
              </a:schemeClr>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da-DK"/>
          </a:p>
        </p:txBody>
      </p:sp>
    </p:spTree>
    <p:extLst>
      <p:ext uri="{BB962C8B-B14F-4D97-AF65-F5344CB8AC3E}">
        <p14:creationId xmlns:p14="http://schemas.microsoft.com/office/powerpoint/2010/main" val="29239282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igzag venstre">
            <a:extLst>
              <a:ext uri="{FF2B5EF4-FFF2-40B4-BE49-F238E27FC236}">
                <a16:creationId xmlns:a16="http://schemas.microsoft.com/office/drawing/2014/main" id="{0B293D0B-82A9-1543-BB17-F29CDBA36EFC}"/>
              </a:ext>
            </a:extLst>
          </p:cNvPr>
          <p:cNvSpPr/>
          <p:nvPr/>
        </p:nvSpPr>
        <p:spPr>
          <a:xfrm>
            <a:off x="73832" y="2996843"/>
            <a:ext cx="90000" cy="379445"/>
          </a:xfrm>
          <a:custGeom>
            <a:avLst/>
            <a:gdLst/>
            <a:ahLst/>
            <a:cxnLst/>
            <a:rect l="0" t="0" r="0" b="0"/>
            <a:pathLst>
              <a:path w="90000" h="379445" fill="none">
                <a:moveTo>
                  <a:pt x="0" y="0"/>
                </a:moveTo>
                <a:lnTo>
                  <a:pt x="90000" y="47431"/>
                </a:lnTo>
                <a:lnTo>
                  <a:pt x="0" y="94861"/>
                </a:lnTo>
                <a:lnTo>
                  <a:pt x="90000" y="142292"/>
                </a:lnTo>
                <a:lnTo>
                  <a:pt x="0" y="189722"/>
                </a:lnTo>
                <a:lnTo>
                  <a:pt x="90000" y="237153"/>
                </a:lnTo>
                <a:lnTo>
                  <a:pt x="0" y="284584"/>
                </a:lnTo>
                <a:lnTo>
                  <a:pt x="90000" y="332014"/>
                </a:lnTo>
                <a:lnTo>
                  <a:pt x="0" y="379445"/>
                </a:lnTo>
              </a:path>
            </a:pathLst>
          </a:custGeom>
          <a:noFill/>
          <a:ln w="19050" cap="rnd" cmpd="sng" algn="ctr">
            <a:solidFill>
              <a:schemeClr val="bg2">
                <a:lumMod val="90000"/>
              </a:schemeClr>
            </a:solidFill>
            <a:round/>
          </a:ln>
        </p:spPr>
        <p:txBody>
          <a:bodyPr/>
          <a:lstStyle/>
          <a:p>
            <a:endParaRPr lang="da-DK">
              <a:solidFill>
                <a:schemeClr val="bg2">
                  <a:lumMod val="75000"/>
                </a:schemeClr>
              </a:solidFill>
            </a:endParaRPr>
          </a:p>
        </p:txBody>
      </p:sp>
      <p:sp>
        <p:nvSpPr>
          <p:cNvPr id="3" name="Zigzag hoejre">
            <a:extLst>
              <a:ext uri="{FF2B5EF4-FFF2-40B4-BE49-F238E27FC236}">
                <a16:creationId xmlns:a16="http://schemas.microsoft.com/office/drawing/2014/main" id="{C9FC2F73-2DA4-BEA6-6B02-40292D1D2450}"/>
              </a:ext>
            </a:extLst>
          </p:cNvPr>
          <p:cNvSpPr/>
          <p:nvPr/>
        </p:nvSpPr>
        <p:spPr>
          <a:xfrm rot="10639203">
            <a:off x="7026660" y="3009325"/>
            <a:ext cx="90000" cy="379445"/>
          </a:xfrm>
          <a:custGeom>
            <a:avLst/>
            <a:gdLst/>
            <a:ahLst/>
            <a:cxnLst/>
            <a:rect l="0" t="0" r="0" b="0"/>
            <a:pathLst>
              <a:path w="90000" h="379445" fill="none">
                <a:moveTo>
                  <a:pt x="0" y="0"/>
                </a:moveTo>
                <a:lnTo>
                  <a:pt x="90000" y="47431"/>
                </a:lnTo>
                <a:lnTo>
                  <a:pt x="0" y="94861"/>
                </a:lnTo>
                <a:lnTo>
                  <a:pt x="90000" y="142292"/>
                </a:lnTo>
                <a:lnTo>
                  <a:pt x="0" y="189722"/>
                </a:lnTo>
                <a:lnTo>
                  <a:pt x="90000" y="237153"/>
                </a:lnTo>
                <a:lnTo>
                  <a:pt x="0" y="284584"/>
                </a:lnTo>
                <a:lnTo>
                  <a:pt x="90000" y="332014"/>
                </a:lnTo>
                <a:lnTo>
                  <a:pt x="0" y="379445"/>
                </a:lnTo>
              </a:path>
            </a:pathLst>
          </a:custGeom>
          <a:noFill/>
          <a:ln w="19050" cap="rnd" cmpd="sng" algn="ctr">
            <a:solidFill>
              <a:schemeClr val="bg2">
                <a:lumMod val="90000"/>
              </a:schemeClr>
            </a:solidFill>
            <a:round/>
          </a:ln>
        </p:spPr>
        <p:txBody>
          <a:bodyPr/>
          <a:lstStyle/>
          <a:p>
            <a:endParaRPr lang="da-DK"/>
          </a:p>
        </p:txBody>
      </p:sp>
      <p:sp>
        <p:nvSpPr>
          <p:cNvPr id="4" name="Tekstfelt 3">
            <a:extLst>
              <a:ext uri="{FF2B5EF4-FFF2-40B4-BE49-F238E27FC236}">
                <a16:creationId xmlns:a16="http://schemas.microsoft.com/office/drawing/2014/main" id="{63D049AC-12E5-EBF2-4F29-F3EA4DDCD3DE}"/>
              </a:ext>
            </a:extLst>
          </p:cNvPr>
          <p:cNvSpPr txBox="1"/>
          <p:nvPr/>
        </p:nvSpPr>
        <p:spPr>
          <a:xfrm>
            <a:off x="379043" y="4589566"/>
            <a:ext cx="6746439" cy="2723823"/>
          </a:xfrm>
          <a:prstGeom prst="rect">
            <a:avLst/>
          </a:prstGeom>
          <a:noFill/>
        </p:spPr>
        <p:txBody>
          <a:bodyPr wrap="square" rtlCol="0">
            <a:spAutoFit/>
          </a:bodyPr>
          <a:lstStyle/>
          <a:p>
            <a:pPr>
              <a:spcBef>
                <a:spcPts val="600"/>
              </a:spcBef>
            </a:pPr>
            <a:r>
              <a:rPr lang="da-DK" sz="1200" b="1" dirty="0"/>
              <a:t>Indlæs BridgeMate Status</a:t>
            </a:r>
          </a:p>
          <a:p>
            <a:r>
              <a:rPr lang="da-DK" sz="1200" dirty="0"/>
              <a:t>Når denne er valgt, overvåger programmet status på alle terminaler og signalerer automatisk rundeskifte, så snart alle borde er færdige med runden – også selv om der stadig er tid tilbage på bridgeuret.</a:t>
            </a:r>
          </a:p>
          <a:p>
            <a:pPr>
              <a:spcBef>
                <a:spcPts val="600"/>
              </a:spcBef>
            </a:pPr>
            <a:r>
              <a:rPr lang="da-DK" sz="1200" b="1" dirty="0"/>
              <a:t>Indlæs BC3 Data (kun i Danmark)</a:t>
            </a:r>
          </a:p>
          <a:p>
            <a:r>
              <a:rPr lang="da-DK" sz="1200" dirty="0"/>
              <a:t>Afgør om programmet skal indlæse start- og resultatlister fra BC3. Bemærk, at programmet kun indlæser de data, der er sendt fra BC3 til “hjemmesiden”.</a:t>
            </a:r>
            <a:endParaRPr lang="da-DK" sz="1200" b="1" dirty="0"/>
          </a:p>
          <a:p>
            <a:pPr>
              <a:spcBef>
                <a:spcPts val="600"/>
              </a:spcBef>
            </a:pPr>
            <a:r>
              <a:rPr lang="da-DK" sz="1200" b="1" dirty="0"/>
              <a:t>Bladringsinterval på projektor</a:t>
            </a:r>
          </a:p>
          <a:p>
            <a:r>
              <a:rPr lang="da-DK" sz="1200" dirty="0"/>
              <a:t>Angiver hvor mange sekunder der skal gå, før der bladres videre, når start- eller resultatlisten ikke kan vises på én projektorside.</a:t>
            </a:r>
          </a:p>
          <a:p>
            <a:pPr>
              <a:spcBef>
                <a:spcPts val="600"/>
              </a:spcBef>
            </a:pPr>
            <a:r>
              <a:rPr lang="da-DK" sz="1200" b="1" dirty="0"/>
              <a:t>Max. linjer på siden</a:t>
            </a:r>
          </a:p>
          <a:p>
            <a:r>
              <a:rPr lang="da-DK" sz="1200" dirty="0"/>
              <a:t>Angiver hvor mange linjer der maksimalt vises på projektoren. Når tallet øges, bliver teksten mindre – og omvendt. </a:t>
            </a:r>
          </a:p>
        </p:txBody>
      </p:sp>
    </p:spTree>
    <p:extLst>
      <p:ext uri="{BB962C8B-B14F-4D97-AF65-F5344CB8AC3E}">
        <p14:creationId xmlns:p14="http://schemas.microsoft.com/office/powerpoint/2010/main" val="535238190"/>
      </p:ext>
    </p:extLst>
  </p:cSld>
  <p:clrMapOvr>
    <a:masterClrMapping/>
  </p:clrMapOvr>
</p:sld>
</file>

<file path=ppt/theme/theme1.xml><?xml version="1.0" encoding="utf-8"?>
<a:theme xmlns:a="http://schemas.openxmlformats.org/drawingml/2006/main" name="Office-tema">
  <a:themeElements>
    <a:clrScheme name="Office-tema">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tema">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tema">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tema">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8867</TotalTime>
  <Words>464</Words>
  <Application>Microsoft Office PowerPoint</Application>
  <PresentationFormat>Brugerdefineret</PresentationFormat>
  <Paragraphs>31</Paragraphs>
  <Slides>4</Slides>
  <Notes>0</Notes>
  <HiddenSlides>0</HiddenSlides>
  <MMClips>0</MMClips>
  <ScaleCrop>false</ScaleCrop>
  <HeadingPairs>
    <vt:vector size="6" baseType="variant">
      <vt:variant>
        <vt:lpstr>Benyttede skrifttyper</vt:lpstr>
      </vt:variant>
      <vt:variant>
        <vt:i4>3</vt:i4>
      </vt:variant>
      <vt:variant>
        <vt:lpstr>Tema</vt:lpstr>
      </vt:variant>
      <vt:variant>
        <vt:i4>1</vt:i4>
      </vt:variant>
      <vt:variant>
        <vt:lpstr>Slidetitler</vt:lpstr>
      </vt:variant>
      <vt:variant>
        <vt:i4>4</vt:i4>
      </vt:variant>
    </vt:vector>
  </HeadingPairs>
  <TitlesOfParts>
    <vt:vector size="8" baseType="lpstr">
      <vt:lpstr>Aptos</vt:lpstr>
      <vt:lpstr>Aptos Display</vt:lpstr>
      <vt:lpstr>Arial</vt:lpstr>
      <vt:lpstr>Office-tema</vt:lpstr>
      <vt:lpstr>PowerPoint-præsentation</vt:lpstr>
      <vt:lpstr>PowerPoint-præsentation</vt:lpstr>
      <vt:lpstr>PowerPoint-præsentation</vt:lpstr>
      <vt:lpstr>PowerPoint-præsentation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Morten Sparding</dc:creator>
  <cp:lastModifiedBy>Morten Sparding</cp:lastModifiedBy>
  <cp:revision>19</cp:revision>
  <dcterms:created xsi:type="dcterms:W3CDTF">2026-06-11T12:19:07Z</dcterms:created>
  <dcterms:modified xsi:type="dcterms:W3CDTF">2026-06-30T09:13:15Z</dcterms:modified>
</cp:coreProperties>
</file>
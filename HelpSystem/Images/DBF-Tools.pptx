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notesMasterIdLst>
    <p:notesMasterId r:id="rId6"/>
  </p:notesMasterIdLst>
  <p:sldIdLst>
    <p:sldId id="257" r:id="rId2"/>
    <p:sldId id="258" r:id="rId3"/>
    <p:sldId id="259" r:id="rId4"/>
    <p:sldId id="260" r:id="rId5"/>
  </p:sldIdLst>
  <p:sldSz cx="7199313" cy="71993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4CBEC-C037-422D-BA42-038B99CDDBF5}" v="24" dt="2026-06-13T13:00:5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6915" autoAdjust="0"/>
  </p:normalViewPr>
  <p:slideViewPr>
    <p:cSldViewPr snapToGrid="0">
      <p:cViewPr>
        <p:scale>
          <a:sx n="84" d="100"/>
          <a:sy n="84" d="100"/>
        </p:scale>
        <p:origin x="1668"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8C782-22FD-4F3A-B476-61B759A9EBB9}" type="datetimeFigureOut">
              <a:rPr lang="da-DK" smtClean="0"/>
              <a:t>20-06-2026</a:t>
            </a:fld>
            <a:endParaRPr lang="da-DK"/>
          </a:p>
        </p:txBody>
      </p:sp>
      <p:sp>
        <p:nvSpPr>
          <p:cNvPr id="4" name="Pladsholder til slidebillede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877A0-3076-454A-A7AD-03401B925F49}" type="slidenum">
              <a:rPr lang="da-DK" smtClean="0"/>
              <a:t>‹nr.›</a:t>
            </a:fld>
            <a:endParaRPr lang="da-DK"/>
          </a:p>
        </p:txBody>
      </p:sp>
    </p:spTree>
    <p:extLst>
      <p:ext uri="{BB962C8B-B14F-4D97-AF65-F5344CB8AC3E}">
        <p14:creationId xmlns:p14="http://schemas.microsoft.com/office/powerpoint/2010/main" val="2196587516"/>
      </p:ext>
    </p:extLst>
  </p:cSld>
  <p:clrMap bg1="lt1" tx1="dk1" bg2="lt2" tx2="dk2" accent1="accent1" accent2="accent2" accent3="accent3" accent4="accent4" accent5="accent5" accent6="accent6" hlink="hlink" folHlink="folHlink"/>
  <p:notesStyle>
    <a:lvl1pPr marL="0" algn="l" defTabSz="758826" rtl="0" eaLnBrk="1" latinLnBrk="0" hangingPunct="1">
      <a:defRPr sz="996" kern="1200">
        <a:solidFill>
          <a:schemeClr val="tx1"/>
        </a:solidFill>
        <a:latin typeface="+mn-lt"/>
        <a:ea typeface="+mn-ea"/>
        <a:cs typeface="+mn-cs"/>
      </a:defRPr>
    </a:lvl1pPr>
    <a:lvl2pPr marL="379412" algn="l" defTabSz="758826" rtl="0" eaLnBrk="1" latinLnBrk="0" hangingPunct="1">
      <a:defRPr sz="996" kern="1200">
        <a:solidFill>
          <a:schemeClr val="tx1"/>
        </a:solidFill>
        <a:latin typeface="+mn-lt"/>
        <a:ea typeface="+mn-ea"/>
        <a:cs typeface="+mn-cs"/>
      </a:defRPr>
    </a:lvl2pPr>
    <a:lvl3pPr marL="758826" algn="l" defTabSz="758826" rtl="0" eaLnBrk="1" latinLnBrk="0" hangingPunct="1">
      <a:defRPr sz="996" kern="1200">
        <a:solidFill>
          <a:schemeClr val="tx1"/>
        </a:solidFill>
        <a:latin typeface="+mn-lt"/>
        <a:ea typeface="+mn-ea"/>
        <a:cs typeface="+mn-cs"/>
      </a:defRPr>
    </a:lvl3pPr>
    <a:lvl4pPr marL="1138239" algn="l" defTabSz="758826" rtl="0" eaLnBrk="1" latinLnBrk="0" hangingPunct="1">
      <a:defRPr sz="996" kern="1200">
        <a:solidFill>
          <a:schemeClr val="tx1"/>
        </a:solidFill>
        <a:latin typeface="+mn-lt"/>
        <a:ea typeface="+mn-ea"/>
        <a:cs typeface="+mn-cs"/>
      </a:defRPr>
    </a:lvl4pPr>
    <a:lvl5pPr marL="1517651" algn="l" defTabSz="758826" rtl="0" eaLnBrk="1" latinLnBrk="0" hangingPunct="1">
      <a:defRPr sz="996" kern="1200">
        <a:solidFill>
          <a:schemeClr val="tx1"/>
        </a:solidFill>
        <a:latin typeface="+mn-lt"/>
        <a:ea typeface="+mn-ea"/>
        <a:cs typeface="+mn-cs"/>
      </a:defRPr>
    </a:lvl5pPr>
    <a:lvl6pPr marL="1897063" algn="l" defTabSz="758826" rtl="0" eaLnBrk="1" latinLnBrk="0" hangingPunct="1">
      <a:defRPr sz="996" kern="1200">
        <a:solidFill>
          <a:schemeClr val="tx1"/>
        </a:solidFill>
        <a:latin typeface="+mn-lt"/>
        <a:ea typeface="+mn-ea"/>
        <a:cs typeface="+mn-cs"/>
      </a:defRPr>
    </a:lvl6pPr>
    <a:lvl7pPr marL="2276475" algn="l" defTabSz="758826" rtl="0" eaLnBrk="1" latinLnBrk="0" hangingPunct="1">
      <a:defRPr sz="996" kern="1200">
        <a:solidFill>
          <a:schemeClr val="tx1"/>
        </a:solidFill>
        <a:latin typeface="+mn-lt"/>
        <a:ea typeface="+mn-ea"/>
        <a:cs typeface="+mn-cs"/>
      </a:defRPr>
    </a:lvl7pPr>
    <a:lvl8pPr marL="2655888" algn="l" defTabSz="758826" rtl="0" eaLnBrk="1" latinLnBrk="0" hangingPunct="1">
      <a:defRPr sz="996" kern="1200">
        <a:solidFill>
          <a:schemeClr val="tx1"/>
        </a:solidFill>
        <a:latin typeface="+mn-lt"/>
        <a:ea typeface="+mn-ea"/>
        <a:cs typeface="+mn-cs"/>
      </a:defRPr>
    </a:lvl8pPr>
    <a:lvl9pPr marL="3035301" algn="l" defTabSz="758826" rtl="0" eaLnBrk="1" latinLnBrk="0" hangingPunct="1">
      <a:defRPr sz="99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le 1"/>
          <p:cNvSpPr>
            <a:spLocks noGrp="1"/>
          </p:cNvSpPr>
          <p:nvPr>
            <p:ph type="ctrTitle"/>
          </p:nvPr>
        </p:nvSpPr>
        <p:spPr>
          <a:xfrm>
            <a:off x="539949" y="1178224"/>
            <a:ext cx="6119416" cy="2506427"/>
          </a:xfrm>
        </p:spPr>
        <p:txBody>
          <a:bodyPr anchor="b"/>
          <a:lstStyle>
            <a:lvl1pPr algn="ctr">
              <a:defRPr sz="4724"/>
            </a:lvl1pPr>
          </a:lstStyle>
          <a:p>
            <a:r>
              <a:rPr lang="da-DK"/>
              <a:t>Klik for at redigere titeltypografien i masteren</a:t>
            </a:r>
            <a:endParaRPr lang="en-US" dirty="0"/>
          </a:p>
        </p:txBody>
      </p:sp>
      <p:sp>
        <p:nvSpPr>
          <p:cNvPr id="3" name="Subtitle 2"/>
          <p:cNvSpPr>
            <a:spLocks noGrp="1"/>
          </p:cNvSpPr>
          <p:nvPr>
            <p:ph type="subTitle" idx="1"/>
          </p:nvPr>
        </p:nvSpPr>
        <p:spPr>
          <a:xfrm>
            <a:off x="899916" y="3781308"/>
            <a:ext cx="5399485" cy="1738167"/>
          </a:xfrm>
        </p:spPr>
        <p:txBody>
          <a:bodyPr/>
          <a:lstStyle>
            <a:lvl1pPr marL="0" indent="0" algn="ctr">
              <a:buNone/>
              <a:defRPr sz="1890"/>
            </a:lvl1pPr>
            <a:lvl2pPr marL="359988" indent="0" algn="ctr">
              <a:buNone/>
              <a:defRPr sz="1575"/>
            </a:lvl2pPr>
            <a:lvl3pPr marL="719974" indent="0" algn="ctr">
              <a:buNone/>
              <a:defRPr sz="1417"/>
            </a:lvl3pPr>
            <a:lvl4pPr marL="1079961" indent="0" algn="ctr">
              <a:buNone/>
              <a:defRPr sz="1260"/>
            </a:lvl4pPr>
            <a:lvl5pPr marL="1439948" indent="0" algn="ctr">
              <a:buNone/>
              <a:defRPr sz="1260"/>
            </a:lvl5pPr>
            <a:lvl6pPr marL="1799936" indent="0" algn="ctr">
              <a:buNone/>
              <a:defRPr sz="1260"/>
            </a:lvl6pPr>
            <a:lvl7pPr marL="2159922" indent="0" algn="ctr">
              <a:buNone/>
              <a:defRPr sz="1260"/>
            </a:lvl7pPr>
            <a:lvl8pPr marL="2519910" indent="0" algn="ctr">
              <a:buNone/>
              <a:defRPr sz="1260"/>
            </a:lvl8pPr>
            <a:lvl9pPr marL="2879896" indent="0" algn="ctr">
              <a:buNone/>
              <a:defRPr sz="1260"/>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20-06-2026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012260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20-06-2026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452934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491208" y="1794832"/>
            <a:ext cx="6209407" cy="2994714"/>
          </a:xfrm>
        </p:spPr>
        <p:txBody>
          <a:bodyPr anchor="b"/>
          <a:lstStyle>
            <a:lvl1pPr>
              <a:defRPr sz="4724"/>
            </a:lvl1pPr>
          </a:lstStyle>
          <a:p>
            <a:r>
              <a:rPr lang="da-DK"/>
              <a:t>Klik for at redigere titeltypografien i masteren</a:t>
            </a:r>
            <a:endParaRPr lang="en-US" dirty="0"/>
          </a:p>
        </p:txBody>
      </p:sp>
      <p:sp>
        <p:nvSpPr>
          <p:cNvPr id="3" name="Text Placeholder 2"/>
          <p:cNvSpPr>
            <a:spLocks noGrp="1"/>
          </p:cNvSpPr>
          <p:nvPr>
            <p:ph type="body" idx="1"/>
          </p:nvPr>
        </p:nvSpPr>
        <p:spPr>
          <a:xfrm>
            <a:off x="491208" y="4817878"/>
            <a:ext cx="6209407" cy="1574849"/>
          </a:xfrm>
        </p:spPr>
        <p:txBody>
          <a:bodyPr/>
          <a:lstStyle>
            <a:lvl1pPr marL="0" indent="0">
              <a:buNone/>
              <a:defRPr sz="1890">
                <a:solidFill>
                  <a:schemeClr val="tx1">
                    <a:tint val="82000"/>
                  </a:schemeClr>
                </a:solidFill>
              </a:defRPr>
            </a:lvl1pPr>
            <a:lvl2pPr marL="359988" indent="0">
              <a:buNone/>
              <a:defRPr sz="1575">
                <a:solidFill>
                  <a:schemeClr val="tx1">
                    <a:tint val="82000"/>
                  </a:schemeClr>
                </a:solidFill>
              </a:defRPr>
            </a:lvl2pPr>
            <a:lvl3pPr marL="719974" indent="0">
              <a:buNone/>
              <a:defRPr sz="1417">
                <a:solidFill>
                  <a:schemeClr val="tx1">
                    <a:tint val="82000"/>
                  </a:schemeClr>
                </a:solidFill>
              </a:defRPr>
            </a:lvl3pPr>
            <a:lvl4pPr marL="1079961" indent="0">
              <a:buNone/>
              <a:defRPr sz="1260">
                <a:solidFill>
                  <a:schemeClr val="tx1">
                    <a:tint val="82000"/>
                  </a:schemeClr>
                </a:solidFill>
              </a:defRPr>
            </a:lvl4pPr>
            <a:lvl5pPr marL="1439948" indent="0">
              <a:buNone/>
              <a:defRPr sz="1260">
                <a:solidFill>
                  <a:schemeClr val="tx1">
                    <a:tint val="82000"/>
                  </a:schemeClr>
                </a:solidFill>
              </a:defRPr>
            </a:lvl5pPr>
            <a:lvl6pPr marL="1799936" indent="0">
              <a:buNone/>
              <a:defRPr sz="1260">
                <a:solidFill>
                  <a:schemeClr val="tx1">
                    <a:tint val="82000"/>
                  </a:schemeClr>
                </a:solidFill>
              </a:defRPr>
            </a:lvl6pPr>
            <a:lvl7pPr marL="2159922" indent="0">
              <a:buNone/>
              <a:defRPr sz="1260">
                <a:solidFill>
                  <a:schemeClr val="tx1">
                    <a:tint val="82000"/>
                  </a:schemeClr>
                </a:solidFill>
              </a:defRPr>
            </a:lvl7pPr>
            <a:lvl8pPr marL="2519910" indent="0">
              <a:buNone/>
              <a:defRPr sz="1260">
                <a:solidFill>
                  <a:schemeClr val="tx1">
                    <a:tint val="82000"/>
                  </a:schemeClr>
                </a:solidFill>
              </a:defRPr>
            </a:lvl8pPr>
            <a:lvl9pPr marL="2879896" indent="0">
              <a:buNone/>
              <a:defRPr sz="1260">
                <a:solidFill>
                  <a:schemeClr val="tx1">
                    <a:tint val="82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7F7C35B5-416F-4C6A-A7BA-3025FC0120D2}" type="datetimeFigureOut">
              <a:rPr lang="da-DK" smtClean="0"/>
              <a:t>20-06-2026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31158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494953" y="1916484"/>
            <a:ext cx="3059708" cy="456789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3644652" y="1916484"/>
            <a:ext cx="3059708" cy="456789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7F7C35B5-416F-4C6A-A7BA-3025FC0120D2}" type="datetimeFigureOut">
              <a:rPr lang="da-DK" smtClean="0"/>
              <a:t>20-06-2026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137353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495894" y="383299"/>
            <a:ext cx="6209407" cy="1391534"/>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495891" y="1764834"/>
            <a:ext cx="3045646" cy="864917"/>
          </a:xfrm>
        </p:spPr>
        <p:txBody>
          <a:bodyPr anchor="b"/>
          <a:lstStyle>
            <a:lvl1pPr marL="0" indent="0">
              <a:buNone/>
              <a:defRPr sz="1890" b="1"/>
            </a:lvl1pPr>
            <a:lvl2pPr marL="359988" indent="0">
              <a:buNone/>
              <a:defRPr sz="1575" b="1"/>
            </a:lvl2pPr>
            <a:lvl3pPr marL="719974" indent="0">
              <a:buNone/>
              <a:defRPr sz="1417" b="1"/>
            </a:lvl3pPr>
            <a:lvl4pPr marL="1079961" indent="0">
              <a:buNone/>
              <a:defRPr sz="1260" b="1"/>
            </a:lvl4pPr>
            <a:lvl5pPr marL="1439948" indent="0">
              <a:buNone/>
              <a:defRPr sz="1260" b="1"/>
            </a:lvl5pPr>
            <a:lvl6pPr marL="1799936" indent="0">
              <a:buNone/>
              <a:defRPr sz="1260" b="1"/>
            </a:lvl6pPr>
            <a:lvl7pPr marL="2159922" indent="0">
              <a:buNone/>
              <a:defRPr sz="1260" b="1"/>
            </a:lvl7pPr>
            <a:lvl8pPr marL="2519910" indent="0">
              <a:buNone/>
              <a:defRPr sz="1260" b="1"/>
            </a:lvl8pPr>
            <a:lvl9pPr marL="2879896" indent="0">
              <a:buNone/>
              <a:defRPr sz="1260" b="1"/>
            </a:lvl9pPr>
          </a:lstStyle>
          <a:p>
            <a:pPr lvl="0"/>
            <a:r>
              <a:rPr lang="da-DK"/>
              <a:t>Klik for at redigere teksttypografierne i masteren</a:t>
            </a:r>
          </a:p>
        </p:txBody>
      </p:sp>
      <p:sp>
        <p:nvSpPr>
          <p:cNvPr id="4" name="Content Placeholder 3"/>
          <p:cNvSpPr>
            <a:spLocks noGrp="1"/>
          </p:cNvSpPr>
          <p:nvPr>
            <p:ph sz="half" idx="2"/>
          </p:nvPr>
        </p:nvSpPr>
        <p:spPr>
          <a:xfrm>
            <a:off x="495891" y="2629750"/>
            <a:ext cx="3045646" cy="3867965"/>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3644652" y="1764834"/>
            <a:ext cx="3060646" cy="864917"/>
          </a:xfrm>
        </p:spPr>
        <p:txBody>
          <a:bodyPr anchor="b"/>
          <a:lstStyle>
            <a:lvl1pPr marL="0" indent="0">
              <a:buNone/>
              <a:defRPr sz="1890" b="1"/>
            </a:lvl1pPr>
            <a:lvl2pPr marL="359988" indent="0">
              <a:buNone/>
              <a:defRPr sz="1575" b="1"/>
            </a:lvl2pPr>
            <a:lvl3pPr marL="719974" indent="0">
              <a:buNone/>
              <a:defRPr sz="1417" b="1"/>
            </a:lvl3pPr>
            <a:lvl4pPr marL="1079961" indent="0">
              <a:buNone/>
              <a:defRPr sz="1260" b="1"/>
            </a:lvl4pPr>
            <a:lvl5pPr marL="1439948" indent="0">
              <a:buNone/>
              <a:defRPr sz="1260" b="1"/>
            </a:lvl5pPr>
            <a:lvl6pPr marL="1799936" indent="0">
              <a:buNone/>
              <a:defRPr sz="1260" b="1"/>
            </a:lvl6pPr>
            <a:lvl7pPr marL="2159922" indent="0">
              <a:buNone/>
              <a:defRPr sz="1260" b="1"/>
            </a:lvl7pPr>
            <a:lvl8pPr marL="2519910" indent="0">
              <a:buNone/>
              <a:defRPr sz="1260" b="1"/>
            </a:lvl8pPr>
            <a:lvl9pPr marL="2879896" indent="0">
              <a:buNone/>
              <a:defRPr sz="1260" b="1"/>
            </a:lvl9pPr>
          </a:lstStyle>
          <a:p>
            <a:pPr lvl="0"/>
            <a:r>
              <a:rPr lang="da-DK"/>
              <a:t>Klik for at redigere teksttypografierne i masteren</a:t>
            </a:r>
          </a:p>
        </p:txBody>
      </p:sp>
      <p:sp>
        <p:nvSpPr>
          <p:cNvPr id="6" name="Content Placeholder 5"/>
          <p:cNvSpPr>
            <a:spLocks noGrp="1"/>
          </p:cNvSpPr>
          <p:nvPr>
            <p:ph sz="quarter" idx="4"/>
          </p:nvPr>
        </p:nvSpPr>
        <p:spPr>
          <a:xfrm>
            <a:off x="3644652" y="2629750"/>
            <a:ext cx="3060646" cy="3867965"/>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7F7C35B5-416F-4C6A-A7BA-3025FC0120D2}" type="datetimeFigureOut">
              <a:rPr lang="da-DK" smtClean="0"/>
              <a:t>20-06-2026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305936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7F7C35B5-416F-4C6A-A7BA-3025FC0120D2}" type="datetimeFigureOut">
              <a:rPr lang="da-DK" smtClean="0"/>
              <a:t>20-06-2026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619808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C35B5-416F-4C6A-A7BA-3025FC0120D2}" type="datetimeFigureOut">
              <a:rPr lang="da-DK" smtClean="0"/>
              <a:t>20-06-2026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663050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95890" y="479954"/>
            <a:ext cx="2321966" cy="1679840"/>
          </a:xfrm>
        </p:spPr>
        <p:txBody>
          <a:bodyPr anchor="b"/>
          <a:lstStyle>
            <a:lvl1pPr>
              <a:defRPr sz="2519"/>
            </a:lvl1pPr>
          </a:lstStyle>
          <a:p>
            <a:r>
              <a:rPr lang="da-DK"/>
              <a:t>Klik for at redigere titeltypografien i masteren</a:t>
            </a:r>
            <a:endParaRPr lang="en-US" dirty="0"/>
          </a:p>
        </p:txBody>
      </p:sp>
      <p:sp>
        <p:nvSpPr>
          <p:cNvPr id="3" name="Content Placeholder 2"/>
          <p:cNvSpPr>
            <a:spLocks noGrp="1"/>
          </p:cNvSpPr>
          <p:nvPr>
            <p:ph idx="1"/>
          </p:nvPr>
        </p:nvSpPr>
        <p:spPr>
          <a:xfrm>
            <a:off x="3060646" y="1036570"/>
            <a:ext cx="3644652" cy="5116178"/>
          </a:xfrm>
        </p:spPr>
        <p:txBody>
          <a:bodyPr/>
          <a:lstStyle>
            <a:lvl1pPr>
              <a:defRPr sz="2519"/>
            </a:lvl1pPr>
            <a:lvl2pPr>
              <a:defRPr sz="2204"/>
            </a:lvl2pPr>
            <a:lvl3pPr>
              <a:defRPr sz="1890"/>
            </a:lvl3pPr>
            <a:lvl4pPr>
              <a:defRPr sz="1575"/>
            </a:lvl4pPr>
            <a:lvl5pPr>
              <a:defRPr sz="1575"/>
            </a:lvl5pPr>
            <a:lvl6pPr>
              <a:defRPr sz="1575"/>
            </a:lvl6pPr>
            <a:lvl7pPr>
              <a:defRPr sz="1575"/>
            </a:lvl7pPr>
            <a:lvl8pPr>
              <a:defRPr sz="1575"/>
            </a:lvl8pPr>
            <a:lvl9pPr>
              <a:defRPr sz="1575"/>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495890" y="2159795"/>
            <a:ext cx="2321966" cy="4001285"/>
          </a:xfrm>
        </p:spPr>
        <p:txBody>
          <a:bodyPr/>
          <a:lstStyle>
            <a:lvl1pPr marL="0" indent="0">
              <a:buNone/>
              <a:defRPr sz="1260"/>
            </a:lvl1pPr>
            <a:lvl2pPr marL="359988" indent="0">
              <a:buNone/>
              <a:defRPr sz="1102"/>
            </a:lvl2pPr>
            <a:lvl3pPr marL="719974" indent="0">
              <a:buNone/>
              <a:defRPr sz="945"/>
            </a:lvl3pPr>
            <a:lvl4pPr marL="1079961" indent="0">
              <a:buNone/>
              <a:defRPr sz="787"/>
            </a:lvl4pPr>
            <a:lvl5pPr marL="1439948" indent="0">
              <a:buNone/>
              <a:defRPr sz="787"/>
            </a:lvl5pPr>
            <a:lvl6pPr marL="1799936" indent="0">
              <a:buNone/>
              <a:defRPr sz="787"/>
            </a:lvl6pPr>
            <a:lvl7pPr marL="2159922" indent="0">
              <a:buNone/>
              <a:defRPr sz="787"/>
            </a:lvl7pPr>
            <a:lvl8pPr marL="2519910" indent="0">
              <a:buNone/>
              <a:defRPr sz="787"/>
            </a:lvl8pPr>
            <a:lvl9pPr marL="2879896" indent="0">
              <a:buNone/>
              <a:defRPr sz="787"/>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20-06-2026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205452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95890" y="479954"/>
            <a:ext cx="2321966" cy="1679840"/>
          </a:xfrm>
        </p:spPr>
        <p:txBody>
          <a:bodyPr anchor="b"/>
          <a:lstStyle>
            <a:lvl1pPr>
              <a:defRPr sz="2519"/>
            </a:lvl1pPr>
          </a:lstStyle>
          <a:p>
            <a:r>
              <a:rPr lang="da-DK"/>
              <a:t>Klik for at redigere titeltypografien i masteren</a:t>
            </a:r>
            <a:endParaRPr lang="en-US" dirty="0"/>
          </a:p>
        </p:txBody>
      </p:sp>
      <p:sp>
        <p:nvSpPr>
          <p:cNvPr id="3" name="Picture Placeholder 2"/>
          <p:cNvSpPr>
            <a:spLocks noGrp="1" noChangeAspect="1"/>
          </p:cNvSpPr>
          <p:nvPr>
            <p:ph type="pic" idx="1"/>
          </p:nvPr>
        </p:nvSpPr>
        <p:spPr>
          <a:xfrm>
            <a:off x="3060646" y="1036570"/>
            <a:ext cx="3644652" cy="5116178"/>
          </a:xfrm>
        </p:spPr>
        <p:txBody>
          <a:bodyPr anchor="t"/>
          <a:lstStyle>
            <a:lvl1pPr marL="0" indent="0">
              <a:buNone/>
              <a:defRPr sz="2519"/>
            </a:lvl1pPr>
            <a:lvl2pPr marL="359988" indent="0">
              <a:buNone/>
              <a:defRPr sz="2204"/>
            </a:lvl2pPr>
            <a:lvl3pPr marL="719974" indent="0">
              <a:buNone/>
              <a:defRPr sz="1890"/>
            </a:lvl3pPr>
            <a:lvl4pPr marL="1079961" indent="0">
              <a:buNone/>
              <a:defRPr sz="1575"/>
            </a:lvl4pPr>
            <a:lvl5pPr marL="1439948" indent="0">
              <a:buNone/>
              <a:defRPr sz="1575"/>
            </a:lvl5pPr>
            <a:lvl6pPr marL="1799936" indent="0">
              <a:buNone/>
              <a:defRPr sz="1575"/>
            </a:lvl6pPr>
            <a:lvl7pPr marL="2159922" indent="0">
              <a:buNone/>
              <a:defRPr sz="1575"/>
            </a:lvl7pPr>
            <a:lvl8pPr marL="2519910" indent="0">
              <a:buNone/>
              <a:defRPr sz="1575"/>
            </a:lvl8pPr>
            <a:lvl9pPr marL="2879896" indent="0">
              <a:buNone/>
              <a:defRPr sz="1575"/>
            </a:lvl9pPr>
          </a:lstStyle>
          <a:p>
            <a:r>
              <a:rPr lang="da-DK"/>
              <a:t>Klik på ikonet for at tilføje et billede</a:t>
            </a:r>
            <a:endParaRPr lang="en-US" dirty="0"/>
          </a:p>
        </p:txBody>
      </p:sp>
      <p:sp>
        <p:nvSpPr>
          <p:cNvPr id="4" name="Text Placeholder 3"/>
          <p:cNvSpPr>
            <a:spLocks noGrp="1"/>
          </p:cNvSpPr>
          <p:nvPr>
            <p:ph type="body" sz="half" idx="2"/>
          </p:nvPr>
        </p:nvSpPr>
        <p:spPr>
          <a:xfrm>
            <a:off x="495890" y="2159795"/>
            <a:ext cx="2321966" cy="4001285"/>
          </a:xfrm>
        </p:spPr>
        <p:txBody>
          <a:bodyPr/>
          <a:lstStyle>
            <a:lvl1pPr marL="0" indent="0">
              <a:buNone/>
              <a:defRPr sz="1260"/>
            </a:lvl1pPr>
            <a:lvl2pPr marL="359988" indent="0">
              <a:buNone/>
              <a:defRPr sz="1102"/>
            </a:lvl2pPr>
            <a:lvl3pPr marL="719974" indent="0">
              <a:buNone/>
              <a:defRPr sz="945"/>
            </a:lvl3pPr>
            <a:lvl4pPr marL="1079961" indent="0">
              <a:buNone/>
              <a:defRPr sz="787"/>
            </a:lvl4pPr>
            <a:lvl5pPr marL="1439948" indent="0">
              <a:buNone/>
              <a:defRPr sz="787"/>
            </a:lvl5pPr>
            <a:lvl6pPr marL="1799936" indent="0">
              <a:buNone/>
              <a:defRPr sz="787"/>
            </a:lvl6pPr>
            <a:lvl7pPr marL="2159922" indent="0">
              <a:buNone/>
              <a:defRPr sz="787"/>
            </a:lvl7pPr>
            <a:lvl8pPr marL="2519910" indent="0">
              <a:buNone/>
              <a:defRPr sz="787"/>
            </a:lvl8pPr>
            <a:lvl9pPr marL="2879896" indent="0">
              <a:buNone/>
              <a:defRPr sz="787"/>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20-06-2026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18443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20-06-2026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498900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9" y="383298"/>
            <a:ext cx="1552352" cy="6101085"/>
          </a:xfrm>
        </p:spPr>
        <p:txBody>
          <a:bodyPr vert="eaVert"/>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494953" y="383298"/>
            <a:ext cx="4567064" cy="6101085"/>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20-06-2026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128885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5" y="383299"/>
            <a:ext cx="6209407" cy="1391534"/>
          </a:xfrm>
          <a:prstGeom prst="rect">
            <a:avLst/>
          </a:prstGeom>
        </p:spPr>
        <p:txBody>
          <a:bodyPr vert="horz" lIns="91440" tIns="45720" rIns="91440" bIns="45720" rtlCol="0" anchor="ctr">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494955" y="1916484"/>
            <a:ext cx="6209407" cy="456789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494957" y="6672700"/>
            <a:ext cx="1619845" cy="383297"/>
          </a:xfrm>
          <a:prstGeom prst="rect">
            <a:avLst/>
          </a:prstGeom>
        </p:spPr>
        <p:txBody>
          <a:bodyPr vert="horz" lIns="91440" tIns="45720" rIns="91440" bIns="45720" rtlCol="0" anchor="ctr"/>
          <a:lstStyle>
            <a:lvl1pPr algn="l">
              <a:defRPr sz="945">
                <a:solidFill>
                  <a:schemeClr val="tx1">
                    <a:tint val="82000"/>
                  </a:schemeClr>
                </a:solidFill>
              </a:defRPr>
            </a:lvl1pPr>
          </a:lstStyle>
          <a:p>
            <a:fld id="{7F7C35B5-416F-4C6A-A7BA-3025FC0120D2}" type="datetimeFigureOut">
              <a:rPr lang="da-DK" smtClean="0"/>
              <a:t>20-06-2026</a:t>
            </a:fld>
            <a:endParaRPr lang="da-DK"/>
          </a:p>
        </p:txBody>
      </p:sp>
      <p:sp>
        <p:nvSpPr>
          <p:cNvPr id="5" name="Footer Placeholder 4"/>
          <p:cNvSpPr>
            <a:spLocks noGrp="1"/>
          </p:cNvSpPr>
          <p:nvPr>
            <p:ph type="ftr" sz="quarter" idx="3"/>
          </p:nvPr>
        </p:nvSpPr>
        <p:spPr>
          <a:xfrm>
            <a:off x="2384773" y="6672700"/>
            <a:ext cx="2429768" cy="383297"/>
          </a:xfrm>
          <a:prstGeom prst="rect">
            <a:avLst/>
          </a:prstGeom>
        </p:spPr>
        <p:txBody>
          <a:bodyPr vert="horz" lIns="91440" tIns="45720" rIns="91440" bIns="45720" rtlCol="0" anchor="ctr"/>
          <a:lstStyle>
            <a:lvl1pPr algn="ctr">
              <a:defRPr sz="945">
                <a:solidFill>
                  <a:schemeClr val="tx1">
                    <a:tint val="82000"/>
                  </a:schemeClr>
                </a:solidFill>
              </a:defRPr>
            </a:lvl1pPr>
          </a:lstStyle>
          <a:p>
            <a:endParaRPr lang="da-DK"/>
          </a:p>
        </p:txBody>
      </p:sp>
      <p:sp>
        <p:nvSpPr>
          <p:cNvPr id="6" name="Slide Number Placeholder 5"/>
          <p:cNvSpPr>
            <a:spLocks noGrp="1"/>
          </p:cNvSpPr>
          <p:nvPr>
            <p:ph type="sldNum" sz="quarter" idx="4"/>
          </p:nvPr>
        </p:nvSpPr>
        <p:spPr>
          <a:xfrm>
            <a:off x="5084519" y="6672700"/>
            <a:ext cx="1619845" cy="383297"/>
          </a:xfrm>
          <a:prstGeom prst="rect">
            <a:avLst/>
          </a:prstGeom>
        </p:spPr>
        <p:txBody>
          <a:bodyPr vert="horz" lIns="91440" tIns="45720" rIns="91440" bIns="45720" rtlCol="0" anchor="ctr"/>
          <a:lstStyle>
            <a:lvl1pPr algn="r">
              <a:defRPr sz="945">
                <a:solidFill>
                  <a:schemeClr val="tx1">
                    <a:tint val="82000"/>
                  </a:schemeClr>
                </a:solidFill>
              </a:defRPr>
            </a:lvl1pPr>
          </a:lstStyle>
          <a:p>
            <a:fld id="{4D5F9296-6B5A-4C9C-9636-77AF1BA7D9F1}" type="slidenum">
              <a:rPr lang="da-DK" smtClean="0"/>
              <a:t>‹nr.›</a:t>
            </a:fld>
            <a:endParaRPr lang="da-DK"/>
          </a:p>
        </p:txBody>
      </p:sp>
    </p:spTree>
    <p:extLst>
      <p:ext uri="{BB962C8B-B14F-4D97-AF65-F5344CB8AC3E}">
        <p14:creationId xmlns:p14="http://schemas.microsoft.com/office/powerpoint/2010/main" val="354550802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719974" rtl="0" eaLnBrk="1" latinLnBrk="0" hangingPunct="1">
        <a:lnSpc>
          <a:spcPct val="90000"/>
        </a:lnSpc>
        <a:spcBef>
          <a:spcPct val="0"/>
        </a:spcBef>
        <a:buNone/>
        <a:defRPr sz="3464" kern="1200">
          <a:solidFill>
            <a:schemeClr val="tx1"/>
          </a:solidFill>
          <a:latin typeface="+mj-lt"/>
          <a:ea typeface="+mj-ea"/>
          <a:cs typeface="+mj-cs"/>
        </a:defRPr>
      </a:lvl1pPr>
    </p:titleStyle>
    <p:bodyStyle>
      <a:lvl1pPr marL="179994" indent="-179994" algn="l" defTabSz="719974" rtl="0" eaLnBrk="1" latinLnBrk="0" hangingPunct="1">
        <a:lnSpc>
          <a:spcPct val="90000"/>
        </a:lnSpc>
        <a:spcBef>
          <a:spcPts val="787"/>
        </a:spcBef>
        <a:buFont typeface="Arial" panose="020B0604020202020204" pitchFamily="34" charset="0"/>
        <a:buChar char="•"/>
        <a:defRPr sz="2204" kern="1200">
          <a:solidFill>
            <a:schemeClr val="tx1"/>
          </a:solidFill>
          <a:latin typeface="+mn-lt"/>
          <a:ea typeface="+mn-ea"/>
          <a:cs typeface="+mn-cs"/>
        </a:defRPr>
      </a:lvl1pPr>
      <a:lvl2pPr marL="539980" indent="-179994" algn="l" defTabSz="719974"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899968" indent="-179994" algn="l" defTabSz="719974"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59954" indent="-179994" algn="l" defTabSz="719974"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4pPr>
      <a:lvl5pPr marL="1619942" indent="-179994" algn="l" defTabSz="719974"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5pPr>
      <a:lvl6pPr marL="1979930" indent="-179994" algn="l" defTabSz="719974"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39916" indent="-179994" algn="l" defTabSz="719974"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699903" indent="-179994" algn="l" defTabSz="719974"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59890" indent="-179994" algn="l" defTabSz="719974"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19974" rtl="0" eaLnBrk="1" latinLnBrk="0" hangingPunct="1">
        <a:defRPr sz="1417" kern="1200">
          <a:solidFill>
            <a:schemeClr val="tx1"/>
          </a:solidFill>
          <a:latin typeface="+mn-lt"/>
          <a:ea typeface="+mn-ea"/>
          <a:cs typeface="+mn-cs"/>
        </a:defRPr>
      </a:lvl1pPr>
      <a:lvl2pPr marL="359988" algn="l" defTabSz="719974" rtl="0" eaLnBrk="1" latinLnBrk="0" hangingPunct="1">
        <a:defRPr sz="1417" kern="1200">
          <a:solidFill>
            <a:schemeClr val="tx1"/>
          </a:solidFill>
          <a:latin typeface="+mn-lt"/>
          <a:ea typeface="+mn-ea"/>
          <a:cs typeface="+mn-cs"/>
        </a:defRPr>
      </a:lvl2pPr>
      <a:lvl3pPr marL="719974" algn="l" defTabSz="719974" rtl="0" eaLnBrk="1" latinLnBrk="0" hangingPunct="1">
        <a:defRPr sz="1417" kern="1200">
          <a:solidFill>
            <a:schemeClr val="tx1"/>
          </a:solidFill>
          <a:latin typeface="+mn-lt"/>
          <a:ea typeface="+mn-ea"/>
          <a:cs typeface="+mn-cs"/>
        </a:defRPr>
      </a:lvl3pPr>
      <a:lvl4pPr marL="1079961" algn="l" defTabSz="719974" rtl="0" eaLnBrk="1" latinLnBrk="0" hangingPunct="1">
        <a:defRPr sz="1417" kern="1200">
          <a:solidFill>
            <a:schemeClr val="tx1"/>
          </a:solidFill>
          <a:latin typeface="+mn-lt"/>
          <a:ea typeface="+mn-ea"/>
          <a:cs typeface="+mn-cs"/>
        </a:defRPr>
      </a:lvl4pPr>
      <a:lvl5pPr marL="1439948" algn="l" defTabSz="719974" rtl="0" eaLnBrk="1" latinLnBrk="0" hangingPunct="1">
        <a:defRPr sz="1417" kern="1200">
          <a:solidFill>
            <a:schemeClr val="tx1"/>
          </a:solidFill>
          <a:latin typeface="+mn-lt"/>
          <a:ea typeface="+mn-ea"/>
          <a:cs typeface="+mn-cs"/>
        </a:defRPr>
      </a:lvl5pPr>
      <a:lvl6pPr marL="1799936" algn="l" defTabSz="719974" rtl="0" eaLnBrk="1" latinLnBrk="0" hangingPunct="1">
        <a:defRPr sz="1417" kern="1200">
          <a:solidFill>
            <a:schemeClr val="tx1"/>
          </a:solidFill>
          <a:latin typeface="+mn-lt"/>
          <a:ea typeface="+mn-ea"/>
          <a:cs typeface="+mn-cs"/>
        </a:defRPr>
      </a:lvl6pPr>
      <a:lvl7pPr marL="2159922" algn="l" defTabSz="719974" rtl="0" eaLnBrk="1" latinLnBrk="0" hangingPunct="1">
        <a:defRPr sz="1417" kern="1200">
          <a:solidFill>
            <a:schemeClr val="tx1"/>
          </a:solidFill>
          <a:latin typeface="+mn-lt"/>
          <a:ea typeface="+mn-ea"/>
          <a:cs typeface="+mn-cs"/>
        </a:defRPr>
      </a:lvl7pPr>
      <a:lvl8pPr marL="2519910" algn="l" defTabSz="719974" rtl="0" eaLnBrk="1" latinLnBrk="0" hangingPunct="1">
        <a:defRPr sz="1417" kern="1200">
          <a:solidFill>
            <a:schemeClr val="tx1"/>
          </a:solidFill>
          <a:latin typeface="+mn-lt"/>
          <a:ea typeface="+mn-ea"/>
          <a:cs typeface="+mn-cs"/>
        </a:defRPr>
      </a:lvl8pPr>
      <a:lvl9pPr marL="2879896" algn="l" defTabSz="719974"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Billede 19" descr="The image depicts a user interface for a language bridge application, specifically for English (United States), with settings to read a bridge, list results, control projector scrolling, and adjust maximum rows.&#10;&#10;AI-genereret indhold kan være ukorrekt.">
            <a:extLst>
              <a:ext uri="{FF2B5EF4-FFF2-40B4-BE49-F238E27FC236}">
                <a16:creationId xmlns:a16="http://schemas.microsoft.com/office/drawing/2014/main" id="{FA97B1BA-355C-000B-3F43-08808E7C441E}"/>
              </a:ext>
            </a:extLst>
          </p:cNvPr>
          <p:cNvPicPr>
            <a:picLocks noChangeAspect="1"/>
          </p:cNvPicPr>
          <p:nvPr/>
        </p:nvPicPr>
        <p:blipFill>
          <a:blip r:embed="rId2"/>
          <a:stretch>
            <a:fillRect/>
          </a:stretch>
        </p:blipFill>
        <p:spPr>
          <a:xfrm>
            <a:off x="312475" y="1432741"/>
            <a:ext cx="3819525" cy="2781300"/>
          </a:xfrm>
          <a:prstGeom prst="rect">
            <a:avLst/>
          </a:prstGeom>
        </p:spPr>
      </p:pic>
      <p:pic>
        <p:nvPicPr>
          <p:cNvPr id="12" name="Billede 11" descr="View Guide.&#10;&#10;AI-genereret indhold kan være ukorrekt.">
            <a:extLst>
              <a:ext uri="{FF2B5EF4-FFF2-40B4-BE49-F238E27FC236}">
                <a16:creationId xmlns:a16="http://schemas.microsoft.com/office/drawing/2014/main" id="{65E39474-78D1-DF20-73C1-9257B92BA356}"/>
              </a:ext>
            </a:extLst>
          </p:cNvPr>
          <p:cNvPicPr>
            <a:picLocks noChangeAspect="1"/>
          </p:cNvPicPr>
          <p:nvPr/>
        </p:nvPicPr>
        <p:blipFill>
          <a:blip r:embed="rId3"/>
          <a:stretch>
            <a:fillRect/>
          </a:stretch>
        </p:blipFill>
        <p:spPr>
          <a:xfrm>
            <a:off x="389941" y="511592"/>
            <a:ext cx="2085975" cy="819150"/>
          </a:xfrm>
          <a:prstGeom prst="rect">
            <a:avLst/>
          </a:prstGeom>
        </p:spPr>
      </p:pic>
      <p:sp>
        <p:nvSpPr>
          <p:cNvPr id="6" name="Taleboble: rektangel 5">
            <a:extLst>
              <a:ext uri="{FF2B5EF4-FFF2-40B4-BE49-F238E27FC236}">
                <a16:creationId xmlns:a16="http://schemas.microsoft.com/office/drawing/2014/main" id="{60321036-62CD-DC07-3BA4-A53DEACA3A9F}"/>
              </a:ext>
            </a:extLst>
          </p:cNvPr>
          <p:cNvSpPr/>
          <p:nvPr/>
        </p:nvSpPr>
        <p:spPr>
          <a:xfrm>
            <a:off x="456097" y="62179"/>
            <a:ext cx="2790411" cy="347414"/>
          </a:xfrm>
          <a:prstGeom prst="wedgeRectCallout">
            <a:avLst>
              <a:gd name="adj1" fmla="val -28503"/>
              <a:gd name="adj2" fmla="val 206823"/>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Please open App Settings on first run </a:t>
            </a:r>
          </a:p>
        </p:txBody>
      </p:sp>
      <p:sp>
        <p:nvSpPr>
          <p:cNvPr id="7" name="Tekstfelt 6">
            <a:extLst>
              <a:ext uri="{FF2B5EF4-FFF2-40B4-BE49-F238E27FC236}">
                <a16:creationId xmlns:a16="http://schemas.microsoft.com/office/drawing/2014/main" id="{E88EDEC1-CD97-46BC-F552-4E2B2C6F203F}"/>
              </a:ext>
            </a:extLst>
          </p:cNvPr>
          <p:cNvSpPr txBox="1"/>
          <p:nvPr/>
        </p:nvSpPr>
        <p:spPr>
          <a:xfrm>
            <a:off x="312473" y="4371678"/>
            <a:ext cx="6614224" cy="2677656"/>
          </a:xfrm>
          <a:prstGeom prst="rect">
            <a:avLst/>
          </a:prstGeom>
          <a:noFill/>
        </p:spPr>
        <p:txBody>
          <a:bodyPr wrap="square" rtlCol="0">
            <a:spAutoFit/>
          </a:bodyPr>
          <a:lstStyle/>
          <a:p>
            <a:r>
              <a:rPr lang="en-US" sz="1200" b="1" dirty="0"/>
              <a:t>Read BridgeMate Status</a:t>
            </a:r>
          </a:p>
          <a:p>
            <a:r>
              <a:rPr lang="en-US" sz="1200" dirty="0"/>
              <a:t>When checked, the app will continuously monitor the game status and signal the transition to the next round as soon as all tables have finished the current board, even if time remains on the timer.</a:t>
            </a:r>
          </a:p>
          <a:p>
            <a:endParaRPr lang="en-US" sz="1200" b="1" dirty="0"/>
          </a:p>
          <a:p>
            <a:r>
              <a:rPr lang="en-US" sz="1200" b="1" dirty="0"/>
              <a:t>Read BC3 Data (Denmark only)</a:t>
            </a:r>
          </a:p>
          <a:p>
            <a:r>
              <a:rPr lang="en-US" sz="1200" dirty="0"/>
              <a:t>When checked, the app will import tournaments, start lists, and results from BC3. Note that the app only reads the data sent from BC3 to the “homepage”.</a:t>
            </a:r>
          </a:p>
          <a:p>
            <a:endParaRPr lang="en-US" sz="1200" dirty="0"/>
          </a:p>
          <a:p>
            <a:r>
              <a:rPr lang="en-US" sz="1200" b="1" dirty="0"/>
              <a:t>Projector Scrolling Frequency</a:t>
            </a:r>
          </a:p>
          <a:p>
            <a:r>
              <a:rPr lang="en-US" sz="1200" dirty="0"/>
              <a:t>This is the interval between automatic scrolling steps on large start and result lists.</a:t>
            </a:r>
          </a:p>
          <a:p>
            <a:endParaRPr lang="en-US" sz="1200" dirty="0"/>
          </a:p>
          <a:p>
            <a:r>
              <a:rPr lang="en-US" sz="1200" b="1" dirty="0"/>
              <a:t>Max. Rows in Window</a:t>
            </a:r>
          </a:p>
          <a:p>
            <a:r>
              <a:rPr lang="en-US" sz="1200" dirty="0"/>
              <a:t>This controls the maximum number of rows displayed on a single page. Increasing this value may reduce the font size, and vice versa.</a:t>
            </a:r>
          </a:p>
        </p:txBody>
      </p:sp>
      <p:cxnSp>
        <p:nvCxnSpPr>
          <p:cNvPr id="8" name="Lige pilforbindelse 7">
            <a:extLst>
              <a:ext uri="{FF2B5EF4-FFF2-40B4-BE49-F238E27FC236}">
                <a16:creationId xmlns:a16="http://schemas.microsoft.com/office/drawing/2014/main" id="{BD9D1DDD-4B43-B53F-3332-3F3DEC41E191}"/>
              </a:ext>
            </a:extLst>
          </p:cNvPr>
          <p:cNvCxnSpPr>
            <a:cxnSpLocks/>
          </p:cNvCxnSpPr>
          <p:nvPr/>
        </p:nvCxnSpPr>
        <p:spPr>
          <a:xfrm>
            <a:off x="946933" y="1104357"/>
            <a:ext cx="330683" cy="38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901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lede 18" descr="The image displays a software interface with settings for a Danish projector, including display intervals, data, and a button to cancel the operation.&#10;&#10;AI-genereret indhold kan være ukorrekt.">
            <a:extLst>
              <a:ext uri="{FF2B5EF4-FFF2-40B4-BE49-F238E27FC236}">
                <a16:creationId xmlns:a16="http://schemas.microsoft.com/office/drawing/2014/main" id="{47A0D930-DA60-A825-792F-5E2AE54FCD4F}"/>
              </a:ext>
            </a:extLst>
          </p:cNvPr>
          <p:cNvPicPr>
            <a:picLocks noChangeAspect="1"/>
          </p:cNvPicPr>
          <p:nvPr/>
        </p:nvPicPr>
        <p:blipFill>
          <a:blip r:embed="rId2"/>
          <a:stretch>
            <a:fillRect/>
          </a:stretch>
        </p:blipFill>
        <p:spPr>
          <a:xfrm>
            <a:off x="299924" y="1452338"/>
            <a:ext cx="4022176" cy="2638425"/>
          </a:xfrm>
          <a:prstGeom prst="rect">
            <a:avLst/>
          </a:prstGeom>
        </p:spPr>
      </p:pic>
      <p:pic>
        <p:nvPicPr>
          <p:cNvPr id="15" name="Billede 14" descr="The image depicts a screen showing a software application interface for DBF (DataBase File) tools, with a list of program options for installation.&#10;&#10;AI-genereret indhold kan være ukorrekt.">
            <a:extLst>
              <a:ext uri="{FF2B5EF4-FFF2-40B4-BE49-F238E27FC236}">
                <a16:creationId xmlns:a16="http://schemas.microsoft.com/office/drawing/2014/main" id="{B2147205-10D9-A254-84DA-28C9A120E42C}"/>
              </a:ext>
            </a:extLst>
          </p:cNvPr>
          <p:cNvPicPr>
            <a:picLocks noChangeAspect="1"/>
          </p:cNvPicPr>
          <p:nvPr/>
        </p:nvPicPr>
        <p:blipFill>
          <a:blip r:embed="rId3"/>
          <a:stretch>
            <a:fillRect/>
          </a:stretch>
        </p:blipFill>
        <p:spPr>
          <a:xfrm>
            <a:off x="440078" y="520455"/>
            <a:ext cx="2972912" cy="771525"/>
          </a:xfrm>
          <a:prstGeom prst="rect">
            <a:avLst/>
          </a:prstGeom>
        </p:spPr>
      </p:pic>
      <p:sp>
        <p:nvSpPr>
          <p:cNvPr id="6" name="Taleboble: rektangel 5">
            <a:extLst>
              <a:ext uri="{FF2B5EF4-FFF2-40B4-BE49-F238E27FC236}">
                <a16:creationId xmlns:a16="http://schemas.microsoft.com/office/drawing/2014/main" id="{E3B73174-12EA-BE35-53AE-88DAF66DB669}"/>
              </a:ext>
            </a:extLst>
          </p:cNvPr>
          <p:cNvSpPr/>
          <p:nvPr/>
        </p:nvSpPr>
        <p:spPr>
          <a:xfrm>
            <a:off x="483783" y="85608"/>
            <a:ext cx="2846190" cy="347414"/>
          </a:xfrm>
          <a:prstGeom prst="wedgeRectCallout">
            <a:avLst>
              <a:gd name="adj1" fmla="val -28503"/>
              <a:gd name="adj2" fmla="val 206823"/>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Please open App Settings on first run </a:t>
            </a:r>
          </a:p>
        </p:txBody>
      </p:sp>
      <p:sp>
        <p:nvSpPr>
          <p:cNvPr id="7" name="Tekstfelt 6">
            <a:extLst>
              <a:ext uri="{FF2B5EF4-FFF2-40B4-BE49-F238E27FC236}">
                <a16:creationId xmlns:a16="http://schemas.microsoft.com/office/drawing/2014/main" id="{7B9ECE4E-AD4E-BC8B-A674-8B995B0E1AA0}"/>
              </a:ext>
            </a:extLst>
          </p:cNvPr>
          <p:cNvSpPr txBox="1"/>
          <p:nvPr/>
        </p:nvSpPr>
        <p:spPr>
          <a:xfrm>
            <a:off x="340162" y="4090763"/>
            <a:ext cx="6746439" cy="2723823"/>
          </a:xfrm>
          <a:prstGeom prst="rect">
            <a:avLst/>
          </a:prstGeom>
          <a:noFill/>
        </p:spPr>
        <p:txBody>
          <a:bodyPr wrap="square" rtlCol="0">
            <a:spAutoFit/>
          </a:bodyPr>
          <a:lstStyle/>
          <a:p>
            <a:pPr>
              <a:spcBef>
                <a:spcPts val="600"/>
              </a:spcBef>
            </a:pPr>
            <a:r>
              <a:rPr lang="da-DK" sz="1200" b="1" dirty="0"/>
              <a:t>Indlæs BridgeMate Status</a:t>
            </a:r>
          </a:p>
          <a:p>
            <a:r>
              <a:rPr lang="da-DK" sz="1200" dirty="0"/>
              <a:t>Når denne er valgt, overvåger programmet status på alle terminaler og signalerer automatisk rundeskifte, så snart alle borde er færdige med runden – også selv om der stadig er tid tilbage på bridgeuret.</a:t>
            </a:r>
          </a:p>
          <a:p>
            <a:pPr>
              <a:spcBef>
                <a:spcPts val="600"/>
              </a:spcBef>
            </a:pPr>
            <a:r>
              <a:rPr lang="da-DK" sz="1200" b="1" dirty="0"/>
              <a:t>Indlæs BC3 Data (kun i Danmark)</a:t>
            </a:r>
          </a:p>
          <a:p>
            <a:r>
              <a:rPr lang="da-DK" sz="1200" dirty="0"/>
              <a:t>Afgør om programmet skal indlæse start- og resultatlister fra BC3. Bemærk, at programmet kun indlæser de data, der er sendt fra BC3 til “hjemmesiden”.</a:t>
            </a:r>
            <a:endParaRPr lang="da-DK" sz="1200" b="1" dirty="0"/>
          </a:p>
          <a:p>
            <a:pPr>
              <a:spcBef>
                <a:spcPts val="600"/>
              </a:spcBef>
            </a:pPr>
            <a:r>
              <a:rPr lang="da-DK" sz="1200" b="1" dirty="0"/>
              <a:t>Bladringsinterval på projektor</a:t>
            </a:r>
          </a:p>
          <a:p>
            <a:r>
              <a:rPr lang="da-DK" sz="1200" dirty="0"/>
              <a:t>Angiver hvor mange sekunder der skal gå, før der bladres videre, når start- eller resultatlisten ikke kan vises på én projektorside.</a:t>
            </a:r>
          </a:p>
          <a:p>
            <a:pPr>
              <a:spcBef>
                <a:spcPts val="600"/>
              </a:spcBef>
            </a:pPr>
            <a:r>
              <a:rPr lang="da-DK" sz="1200" b="1" dirty="0"/>
              <a:t>Max. linjer på siden</a:t>
            </a:r>
          </a:p>
          <a:p>
            <a:r>
              <a:rPr lang="da-DK" sz="1200" dirty="0"/>
              <a:t>Angiver hvor mange linjer der maksimalt vises på projektoren. Når tallet øges, bliver teksten mindre – og omvendt</a:t>
            </a:r>
            <a:r>
              <a:rPr lang="da-DK" sz="1200"/>
              <a:t>. </a:t>
            </a:r>
            <a:endParaRPr lang="da-DK" sz="1200" dirty="0"/>
          </a:p>
        </p:txBody>
      </p:sp>
      <p:cxnSp>
        <p:nvCxnSpPr>
          <p:cNvPr id="8" name="Lige pilforbindelse 7">
            <a:extLst>
              <a:ext uri="{FF2B5EF4-FFF2-40B4-BE49-F238E27FC236}">
                <a16:creationId xmlns:a16="http://schemas.microsoft.com/office/drawing/2014/main" id="{39DDE5AF-871E-2332-8409-1D9A279B4587}"/>
              </a:ext>
            </a:extLst>
          </p:cNvPr>
          <p:cNvCxnSpPr>
            <a:cxnSpLocks/>
          </p:cNvCxnSpPr>
          <p:nvPr/>
        </p:nvCxnSpPr>
        <p:spPr>
          <a:xfrm>
            <a:off x="1018164" y="1256132"/>
            <a:ext cx="330683" cy="38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565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Billede 15" descr="The image displays a user interface with various options: 'Projector', 'Show Startlists', 'Show Timers', 'Show Results', and a 'Close' button.&#10;&#10;AI-genereret indhold kan være ukorrekt.">
            <a:extLst>
              <a:ext uri="{FF2B5EF4-FFF2-40B4-BE49-F238E27FC236}">
                <a16:creationId xmlns:a16="http://schemas.microsoft.com/office/drawing/2014/main" id="{DBB357EF-5F41-FA4A-3FBE-37E3D96910B2}"/>
              </a:ext>
            </a:extLst>
          </p:cNvPr>
          <p:cNvPicPr>
            <a:picLocks noChangeAspect="1"/>
          </p:cNvPicPr>
          <p:nvPr/>
        </p:nvPicPr>
        <p:blipFill>
          <a:blip r:embed="rId2"/>
          <a:stretch>
            <a:fillRect/>
          </a:stretch>
        </p:blipFill>
        <p:spPr>
          <a:xfrm>
            <a:off x="3" y="2720065"/>
            <a:ext cx="7199313" cy="287346"/>
          </a:xfrm>
          <a:prstGeom prst="rect">
            <a:avLst/>
          </a:prstGeom>
        </p:spPr>
      </p:pic>
      <p:pic>
        <p:nvPicPr>
          <p:cNvPr id="7" name="Billede 6" descr="The image displays a schedule for an event at the Lyngby Bridge Klub, with details including the sub-club, date, and expected duration.&#10;&#10;AI-genereret indhold kan være ukorrekt.">
            <a:extLst>
              <a:ext uri="{FF2B5EF4-FFF2-40B4-BE49-F238E27FC236}">
                <a16:creationId xmlns:a16="http://schemas.microsoft.com/office/drawing/2014/main" id="{40830CBD-2451-F011-9913-CB503281FAB4}"/>
              </a:ext>
            </a:extLst>
          </p:cNvPr>
          <p:cNvPicPr>
            <a:picLocks noChangeAspect="1"/>
          </p:cNvPicPr>
          <p:nvPr/>
        </p:nvPicPr>
        <p:blipFill>
          <a:blip r:embed="rId3"/>
          <a:stretch>
            <a:fillRect/>
          </a:stretch>
        </p:blipFill>
        <p:spPr>
          <a:xfrm>
            <a:off x="3" y="107910"/>
            <a:ext cx="7199313" cy="1509318"/>
          </a:xfrm>
          <a:prstGeom prst="rect">
            <a:avLst/>
          </a:prstGeom>
        </p:spPr>
      </p:pic>
      <p:sp>
        <p:nvSpPr>
          <p:cNvPr id="26" name="Tekstfelt 25">
            <a:extLst>
              <a:ext uri="{FF2B5EF4-FFF2-40B4-BE49-F238E27FC236}">
                <a16:creationId xmlns:a16="http://schemas.microsoft.com/office/drawing/2014/main" id="{3A329B73-A830-39F8-644A-D579DE020A61}"/>
              </a:ext>
            </a:extLst>
          </p:cNvPr>
          <p:cNvSpPr txBox="1"/>
          <p:nvPr/>
        </p:nvSpPr>
        <p:spPr>
          <a:xfrm>
            <a:off x="78187" y="1886956"/>
            <a:ext cx="6935707" cy="461665"/>
          </a:xfrm>
          <a:prstGeom prst="rect">
            <a:avLst/>
          </a:prstGeom>
          <a:noFill/>
          <a:ln>
            <a:solidFill>
              <a:schemeClr val="accent1"/>
            </a:solidFill>
          </a:ln>
        </p:spPr>
        <p:txBody>
          <a:bodyPr wrap="square" rtlCol="0">
            <a:spAutoFit/>
          </a:bodyPr>
          <a:lstStyle/>
          <a:p>
            <a:r>
              <a:rPr lang="en-US" sz="1200" dirty="0"/>
              <a:t>These elements are shown only when the App Settings option “Read BC3 data” is enabled, and they apply only in Denmark.</a:t>
            </a:r>
          </a:p>
        </p:txBody>
      </p:sp>
      <p:cxnSp>
        <p:nvCxnSpPr>
          <p:cNvPr id="22" name="Lige pilforbindelse 21">
            <a:extLst>
              <a:ext uri="{FF2B5EF4-FFF2-40B4-BE49-F238E27FC236}">
                <a16:creationId xmlns:a16="http://schemas.microsoft.com/office/drawing/2014/main" id="{5FF81E1A-D54C-70C6-BF97-706CF9B717E2}"/>
              </a:ext>
            </a:extLst>
          </p:cNvPr>
          <p:cNvCxnSpPr>
            <a:cxnSpLocks/>
          </p:cNvCxnSpPr>
          <p:nvPr/>
        </p:nvCxnSpPr>
        <p:spPr>
          <a:xfrm>
            <a:off x="2563394" y="609796"/>
            <a:ext cx="0" cy="1196286"/>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5" name="Lige pilforbindelse 24">
            <a:extLst>
              <a:ext uri="{FF2B5EF4-FFF2-40B4-BE49-F238E27FC236}">
                <a16:creationId xmlns:a16="http://schemas.microsoft.com/office/drawing/2014/main" id="{0F8FB10D-A162-B94B-FF57-0FFD843E2198}"/>
              </a:ext>
            </a:extLst>
          </p:cNvPr>
          <p:cNvCxnSpPr>
            <a:cxnSpLocks/>
          </p:cNvCxnSpPr>
          <p:nvPr/>
        </p:nvCxnSpPr>
        <p:spPr>
          <a:xfrm>
            <a:off x="1416804" y="692224"/>
            <a:ext cx="0" cy="1113861"/>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28" name="Lige pilforbindelse 27">
            <a:extLst>
              <a:ext uri="{FF2B5EF4-FFF2-40B4-BE49-F238E27FC236}">
                <a16:creationId xmlns:a16="http://schemas.microsoft.com/office/drawing/2014/main" id="{792D6AA7-0E6F-8BA5-5F8E-C8C4D3F17093}"/>
              </a:ext>
            </a:extLst>
          </p:cNvPr>
          <p:cNvCxnSpPr>
            <a:cxnSpLocks/>
          </p:cNvCxnSpPr>
          <p:nvPr/>
        </p:nvCxnSpPr>
        <p:spPr>
          <a:xfrm>
            <a:off x="251502" y="692223"/>
            <a:ext cx="0" cy="1113861"/>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29" name="Lige pilforbindelse 28">
            <a:extLst>
              <a:ext uri="{FF2B5EF4-FFF2-40B4-BE49-F238E27FC236}">
                <a16:creationId xmlns:a16="http://schemas.microsoft.com/office/drawing/2014/main" id="{B6B90BDE-837C-3F30-84F1-3DA00F16518C}"/>
              </a:ext>
            </a:extLst>
          </p:cNvPr>
          <p:cNvCxnSpPr>
            <a:cxnSpLocks/>
          </p:cNvCxnSpPr>
          <p:nvPr/>
        </p:nvCxnSpPr>
        <p:spPr>
          <a:xfrm flipV="1">
            <a:off x="4699238" y="2418044"/>
            <a:ext cx="0" cy="376275"/>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33" name="Lige pilforbindelse 32">
            <a:extLst>
              <a:ext uri="{FF2B5EF4-FFF2-40B4-BE49-F238E27FC236}">
                <a16:creationId xmlns:a16="http://schemas.microsoft.com/office/drawing/2014/main" id="{47684FA9-2535-3606-7B50-A6AB4B0D3ACB}"/>
              </a:ext>
            </a:extLst>
          </p:cNvPr>
          <p:cNvCxnSpPr>
            <a:cxnSpLocks/>
          </p:cNvCxnSpPr>
          <p:nvPr/>
        </p:nvCxnSpPr>
        <p:spPr>
          <a:xfrm flipV="1">
            <a:off x="6050876" y="2418044"/>
            <a:ext cx="0" cy="376275"/>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4" name="Ellipse 3">
            <a:extLst>
              <a:ext uri="{FF2B5EF4-FFF2-40B4-BE49-F238E27FC236}">
                <a16:creationId xmlns:a16="http://schemas.microsoft.com/office/drawing/2014/main" id="{D2038551-B81E-AA96-3D09-4D37BCB9F5DA}"/>
              </a:ext>
            </a:extLst>
          </p:cNvPr>
          <p:cNvSpPr/>
          <p:nvPr/>
        </p:nvSpPr>
        <p:spPr>
          <a:xfrm>
            <a:off x="0" y="232860"/>
            <a:ext cx="5622704" cy="323148"/>
          </a:xfrm>
          <a:prstGeom prst="ellipse">
            <a:avLst/>
          </a:prstGeom>
          <a:noFill/>
          <a:ln>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a-DK"/>
          </a:p>
        </p:txBody>
      </p:sp>
    </p:spTree>
    <p:extLst>
      <p:ext uri="{BB962C8B-B14F-4D97-AF65-F5344CB8AC3E}">
        <p14:creationId xmlns:p14="http://schemas.microsoft.com/office/powerpoint/2010/main" val="2923928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igzag venstre">
            <a:extLst>
              <a:ext uri="{FF2B5EF4-FFF2-40B4-BE49-F238E27FC236}">
                <a16:creationId xmlns:a16="http://schemas.microsoft.com/office/drawing/2014/main" id="{0B293D0B-82A9-1543-BB17-F29CDBA36EFC}"/>
              </a:ext>
            </a:extLst>
          </p:cNvPr>
          <p:cNvSpPr/>
          <p:nvPr/>
        </p:nvSpPr>
        <p:spPr>
          <a:xfrm>
            <a:off x="73832" y="1196617"/>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a:solidFill>
                <a:schemeClr val="bg2">
                  <a:lumMod val="75000"/>
                </a:schemeClr>
              </a:solidFill>
            </a:endParaRPr>
          </a:p>
        </p:txBody>
      </p:sp>
      <p:sp>
        <p:nvSpPr>
          <p:cNvPr id="3" name="Zigzag hoejre">
            <a:extLst>
              <a:ext uri="{FF2B5EF4-FFF2-40B4-BE49-F238E27FC236}">
                <a16:creationId xmlns:a16="http://schemas.microsoft.com/office/drawing/2014/main" id="{C9FC2F73-2DA4-BEA6-6B02-40292D1D2450}"/>
              </a:ext>
            </a:extLst>
          </p:cNvPr>
          <p:cNvSpPr/>
          <p:nvPr/>
        </p:nvSpPr>
        <p:spPr>
          <a:xfrm rot="10639203">
            <a:off x="7026660" y="1209099"/>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a:p>
        </p:txBody>
      </p:sp>
    </p:spTree>
    <p:extLst>
      <p:ext uri="{BB962C8B-B14F-4D97-AF65-F5344CB8AC3E}">
        <p14:creationId xmlns:p14="http://schemas.microsoft.com/office/powerpoint/2010/main" val="535238190"/>
      </p:ext>
    </p:extLst>
  </p:cSld>
  <p:clrMapOvr>
    <a:masterClrMapping/>
  </p:clrMapOvr>
</p:sld>
</file>

<file path=ppt/theme/theme1.xml><?xml version="1.0" encoding="utf-8"?>
<a:theme xmlns:a="http://schemas.openxmlformats.org/drawingml/2006/main" name="Office-tema">
  <a:themeElements>
    <a:clrScheme name="Office-tem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tem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3408</TotalTime>
  <Words>298</Words>
  <Application>Microsoft Office PowerPoint</Application>
  <PresentationFormat>Brugerdefineret</PresentationFormat>
  <Paragraphs>22</Paragraphs>
  <Slides>4</Slides>
  <Notes>0</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4</vt:i4>
      </vt:variant>
    </vt:vector>
  </HeadingPairs>
  <TitlesOfParts>
    <vt:vector size="8" baseType="lpstr">
      <vt:lpstr>Aptos</vt:lpstr>
      <vt:lpstr>Aptos Display</vt:lpstr>
      <vt:lpstr>Arial</vt:lpstr>
      <vt:lpstr>Office-tema</vt:lpstr>
      <vt:lpstr>PowerPoint-præsentation</vt:lpstr>
      <vt:lpstr>PowerPoint-præsentation</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Morten Sparding</dc:creator>
  <cp:lastModifiedBy>Morten Sparding</cp:lastModifiedBy>
  <cp:revision>14</cp:revision>
  <dcterms:created xsi:type="dcterms:W3CDTF">2026-06-11T12:19:07Z</dcterms:created>
  <dcterms:modified xsi:type="dcterms:W3CDTF">2026-06-20T07:12:44Z</dcterms:modified>
</cp:coreProperties>
</file>
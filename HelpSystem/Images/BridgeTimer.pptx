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4"/>
  </p:notesMasterIdLst>
  <p:sldIdLst>
    <p:sldId id="257" r:id="rId2"/>
    <p:sldId id="258" r:id="rId3"/>
  </p:sldIdLst>
  <p:sldSz cx="7199313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6915" autoAdjust="0"/>
  </p:normalViewPr>
  <p:slideViewPr>
    <p:cSldViewPr snapToGrid="0">
      <p:cViewPr varScale="1">
        <p:scale>
          <a:sx n="123" d="100"/>
          <a:sy n="123" d="100"/>
        </p:scale>
        <p:origin x="38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8C782-22FD-4F3A-B476-61B759A9EBB9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195513" y="1143000"/>
            <a:ext cx="2466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877A0-3076-454A-A7AD-03401B925F4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658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1pPr>
    <a:lvl2pPr marL="379412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2pPr>
    <a:lvl3pPr marL="758826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3pPr>
    <a:lvl4pPr marL="1138239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4pPr>
    <a:lvl5pPr marL="1517651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5pPr>
    <a:lvl6pPr marL="1897063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6pPr>
    <a:lvl7pPr marL="2276475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7pPr>
    <a:lvl8pPr marL="2655888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8pPr>
    <a:lvl9pPr marL="3035301" algn="l" defTabSz="758826" rtl="0" eaLnBrk="1" latinLnBrk="0" hangingPunct="1">
      <a:defRPr sz="9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472842"/>
            <a:ext cx="6119416" cy="313317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726842"/>
            <a:ext cx="5399485" cy="2172804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166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9639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243638"/>
            <a:ext cx="6209407" cy="3743557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022610"/>
            <a:ext cx="6209407" cy="1968648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946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395710"/>
            <a:ext cx="3059708" cy="571012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395710"/>
            <a:ext cx="3059708" cy="571012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228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79144"/>
            <a:ext cx="6209407" cy="1739495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06137"/>
            <a:ext cx="3045646" cy="108119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287331"/>
            <a:ext cx="3045646" cy="483516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06137"/>
            <a:ext cx="3060646" cy="1081194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287331"/>
            <a:ext cx="3060646" cy="483516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265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691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8498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599969"/>
            <a:ext cx="2321966" cy="209989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295769"/>
            <a:ext cx="3644652" cy="6395505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699862"/>
            <a:ext cx="2321966" cy="5001827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260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599969"/>
            <a:ext cx="2321966" cy="2099892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295769"/>
            <a:ext cx="3644652" cy="6395505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699862"/>
            <a:ext cx="2321966" cy="5001827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081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938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79142"/>
            <a:ext cx="1552352" cy="7626692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79142"/>
            <a:ext cx="4567064" cy="7626692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18958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79144"/>
            <a:ext cx="6209407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395710"/>
            <a:ext cx="6209407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341240"/>
            <a:ext cx="161984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C35B5-416F-4C6A-A7BA-3025FC0120D2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341240"/>
            <a:ext cx="242976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341240"/>
            <a:ext cx="161984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F9296-6B5A-4C9C-9636-77AF1BA7D9F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121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lede 21">
            <a:extLst>
              <a:ext uri="{FF2B5EF4-FFF2-40B4-BE49-F238E27FC236}">
                <a16:creationId xmlns:a16="http://schemas.microsoft.com/office/drawing/2014/main" id="{FBE77C53-2358-AD15-F317-75B4CBD8A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433"/>
            <a:ext cx="7199313" cy="833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1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Billede 40">
            <a:extLst>
              <a:ext uri="{FF2B5EF4-FFF2-40B4-BE49-F238E27FC236}">
                <a16:creationId xmlns:a16="http://schemas.microsoft.com/office/drawing/2014/main" id="{EF095B50-4120-3920-13E3-BA68D6281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8" y="701022"/>
            <a:ext cx="7199313" cy="3999618"/>
          </a:xfrm>
          <a:prstGeom prst="rect">
            <a:avLst/>
          </a:prstGeom>
        </p:spPr>
      </p:pic>
      <p:sp>
        <p:nvSpPr>
          <p:cNvPr id="43" name="Billedforklaring: streg 42">
            <a:extLst>
              <a:ext uri="{FF2B5EF4-FFF2-40B4-BE49-F238E27FC236}">
                <a16:creationId xmlns:a16="http://schemas.microsoft.com/office/drawing/2014/main" id="{6F8ADA78-48B8-F548-E295-69DDBD2FC43E}"/>
              </a:ext>
            </a:extLst>
          </p:cNvPr>
          <p:cNvSpPr/>
          <p:nvPr/>
        </p:nvSpPr>
        <p:spPr>
          <a:xfrm rot="19199407">
            <a:off x="-22868" y="5583500"/>
            <a:ext cx="2194560" cy="727827"/>
          </a:xfrm>
          <a:prstGeom prst="borderCallout1">
            <a:avLst>
              <a:gd name="adj1" fmla="val -3531"/>
              <a:gd name="adj2" fmla="val 54742"/>
              <a:gd name="adj3" fmla="val -101275"/>
              <a:gd name="adj4" fmla="val 9068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>
                <a:solidFill>
                  <a:schemeClr val="tx1"/>
                </a:solidFill>
              </a:rPr>
              <a:t>Indstillinger</a:t>
            </a:r>
          </a:p>
        </p:txBody>
      </p:sp>
      <p:sp>
        <p:nvSpPr>
          <p:cNvPr id="45" name="Billedforklaring: streg 44">
            <a:extLst>
              <a:ext uri="{FF2B5EF4-FFF2-40B4-BE49-F238E27FC236}">
                <a16:creationId xmlns:a16="http://schemas.microsoft.com/office/drawing/2014/main" id="{8CDB6523-34EB-3C20-8931-81C5AA65BA5C}"/>
              </a:ext>
            </a:extLst>
          </p:cNvPr>
          <p:cNvSpPr/>
          <p:nvPr/>
        </p:nvSpPr>
        <p:spPr>
          <a:xfrm rot="19199407">
            <a:off x="-143437" y="6234215"/>
            <a:ext cx="4337943" cy="1018535"/>
          </a:xfrm>
          <a:prstGeom prst="borderCallout1">
            <a:avLst>
              <a:gd name="adj1" fmla="val -3531"/>
              <a:gd name="adj2" fmla="val 54742"/>
              <a:gd name="adj3" fmla="val -24106"/>
              <a:gd name="adj4" fmla="val 9734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>
                <a:solidFill>
                  <a:schemeClr val="tx1"/>
                </a:solidFill>
              </a:rPr>
              <a:t>Start Ur, </a:t>
            </a:r>
          </a:p>
          <a:p>
            <a:pPr algn="ctr"/>
            <a:r>
              <a:rPr lang="da-DK" sz="2400" dirty="0">
                <a:solidFill>
                  <a:schemeClr val="tx1"/>
                </a:solidFill>
              </a:rPr>
              <a:t>Runde Start/Runden før, </a:t>
            </a:r>
          </a:p>
          <a:p>
            <a:pPr algn="ctr"/>
            <a:r>
              <a:rPr lang="da-DK" sz="2400" dirty="0">
                <a:solidFill>
                  <a:schemeClr val="tx1"/>
                </a:solidFill>
              </a:rPr>
              <a:t>Pause, Næste Runde</a:t>
            </a:r>
          </a:p>
        </p:txBody>
      </p:sp>
      <p:sp>
        <p:nvSpPr>
          <p:cNvPr id="47" name="Højre klammeparentes 46">
            <a:extLst>
              <a:ext uri="{FF2B5EF4-FFF2-40B4-BE49-F238E27FC236}">
                <a16:creationId xmlns:a16="http://schemas.microsoft.com/office/drawing/2014/main" id="{E7AA1B3D-BEA7-5DE8-B6AC-AA16239737AC}"/>
              </a:ext>
            </a:extLst>
          </p:cNvPr>
          <p:cNvSpPr/>
          <p:nvPr/>
        </p:nvSpPr>
        <p:spPr>
          <a:xfrm rot="5400000">
            <a:off x="2912669" y="3575438"/>
            <a:ext cx="405075" cy="214882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9" name="Billedforklaring: streg 48">
            <a:extLst>
              <a:ext uri="{FF2B5EF4-FFF2-40B4-BE49-F238E27FC236}">
                <a16:creationId xmlns:a16="http://schemas.microsoft.com/office/drawing/2014/main" id="{EF1148E6-D14B-9BA2-AF98-6C4B52135D2F}"/>
              </a:ext>
            </a:extLst>
          </p:cNvPr>
          <p:cNvSpPr/>
          <p:nvPr/>
        </p:nvSpPr>
        <p:spPr>
          <a:xfrm rot="19199407">
            <a:off x="1935309" y="6157090"/>
            <a:ext cx="3965578" cy="727827"/>
          </a:xfrm>
          <a:prstGeom prst="borderCallout1">
            <a:avLst>
              <a:gd name="adj1" fmla="val -1980"/>
              <a:gd name="adj2" fmla="val 76565"/>
              <a:gd name="adj3" fmla="val -43820"/>
              <a:gd name="adj4" fmla="val 96650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>
                <a:solidFill>
                  <a:schemeClr val="tx1"/>
                </a:solidFill>
              </a:rPr>
              <a:t>Reducer eller øg tiden </a:t>
            </a:r>
          </a:p>
          <a:p>
            <a:pPr algn="ctr"/>
            <a:r>
              <a:rPr lang="da-DK" sz="2400" dirty="0">
                <a:solidFill>
                  <a:schemeClr val="tx1"/>
                </a:solidFill>
              </a:rPr>
              <a:t>i den aktuelle runde.</a:t>
            </a:r>
          </a:p>
        </p:txBody>
      </p:sp>
      <p:sp>
        <p:nvSpPr>
          <p:cNvPr id="51" name="Højre klammeparentes 50">
            <a:extLst>
              <a:ext uri="{FF2B5EF4-FFF2-40B4-BE49-F238E27FC236}">
                <a16:creationId xmlns:a16="http://schemas.microsoft.com/office/drawing/2014/main" id="{4F5AF269-2867-630C-8E60-521773649114}"/>
              </a:ext>
            </a:extLst>
          </p:cNvPr>
          <p:cNvSpPr/>
          <p:nvPr/>
        </p:nvSpPr>
        <p:spPr>
          <a:xfrm rot="5400000">
            <a:off x="4647259" y="4096368"/>
            <a:ext cx="405075" cy="11069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3" name="Billedforklaring: streg 52">
            <a:extLst>
              <a:ext uri="{FF2B5EF4-FFF2-40B4-BE49-F238E27FC236}">
                <a16:creationId xmlns:a16="http://schemas.microsoft.com/office/drawing/2014/main" id="{0EB88FD2-FC27-528F-8C93-C5DC6697A8BD}"/>
              </a:ext>
            </a:extLst>
          </p:cNvPr>
          <p:cNvSpPr/>
          <p:nvPr/>
        </p:nvSpPr>
        <p:spPr>
          <a:xfrm rot="19199407">
            <a:off x="4990800" y="5587777"/>
            <a:ext cx="2194560" cy="727827"/>
          </a:xfrm>
          <a:prstGeom prst="borderCallout1">
            <a:avLst>
              <a:gd name="adj1" fmla="val -3531"/>
              <a:gd name="adj2" fmla="val 54742"/>
              <a:gd name="adj3" fmla="val -90822"/>
              <a:gd name="adj4" fmla="val 9717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>
                <a:solidFill>
                  <a:schemeClr val="tx1"/>
                </a:solidFill>
              </a:rPr>
              <a:t>Genstart Uret</a:t>
            </a:r>
          </a:p>
        </p:txBody>
      </p:sp>
      <p:sp>
        <p:nvSpPr>
          <p:cNvPr id="55" name="Billedforklaring: streg 54">
            <a:extLst>
              <a:ext uri="{FF2B5EF4-FFF2-40B4-BE49-F238E27FC236}">
                <a16:creationId xmlns:a16="http://schemas.microsoft.com/office/drawing/2014/main" id="{106A8559-3283-B823-7E50-27621C39A859}"/>
              </a:ext>
            </a:extLst>
          </p:cNvPr>
          <p:cNvSpPr/>
          <p:nvPr/>
        </p:nvSpPr>
        <p:spPr>
          <a:xfrm>
            <a:off x="3125274" y="203665"/>
            <a:ext cx="2962802" cy="488805"/>
          </a:xfrm>
          <a:prstGeom prst="borderCallout1">
            <a:avLst>
              <a:gd name="adj1" fmla="val 101908"/>
              <a:gd name="adj2" fmla="val 49411"/>
              <a:gd name="adj3" fmla="val 161904"/>
              <a:gd name="adj4" fmla="val 123372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400" dirty="0">
                <a:solidFill>
                  <a:schemeClr val="tx1"/>
                </a:solidFill>
              </a:rPr>
              <a:t>Luk/Fjern Uret</a:t>
            </a:r>
          </a:p>
        </p:txBody>
      </p:sp>
    </p:spTree>
    <p:extLst>
      <p:ext uri="{BB962C8B-B14F-4D97-AF65-F5344CB8AC3E}">
        <p14:creationId xmlns:p14="http://schemas.microsoft.com/office/powerpoint/2010/main" val="4207928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9058</TotalTime>
  <Words>29</Words>
  <Application>Microsoft Office PowerPoint</Application>
  <PresentationFormat>Brugerdefineret</PresentationFormat>
  <Paragraphs>8</Paragraphs>
  <Slides>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Office-tema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Morten Sparding</dc:creator>
  <cp:lastModifiedBy>Morten Sparding</cp:lastModifiedBy>
  <cp:revision>22</cp:revision>
  <dcterms:created xsi:type="dcterms:W3CDTF">2026-06-11T12:19:07Z</dcterms:created>
  <dcterms:modified xsi:type="dcterms:W3CDTF">2026-10-15T11:13:14Z</dcterms:modified>
</cp:coreProperties>
</file>
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3"/>
  </p:notesMasterIdLst>
  <p:sldIdLst>
    <p:sldId id="256" r:id="rId2"/>
  </p:sldIdLst>
  <p:sldSz cx="6480175" cy="8280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C4CBEC-C037-422D-BA42-038B99CDDBF5}" v="24" dt="2026-06-13T13:00:53.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773" autoAdjust="0"/>
    <p:restoredTop sz="96915" autoAdjust="0"/>
  </p:normalViewPr>
  <p:slideViewPr>
    <p:cSldViewPr snapToGrid="0">
      <p:cViewPr>
        <p:scale>
          <a:sx n="90" d="100"/>
          <a:sy n="90" d="100"/>
        </p:scale>
        <p:origin x="2097"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8C782-22FD-4F3A-B476-61B759A9EBB9}" type="datetimeFigureOut">
              <a:rPr lang="da-DK" smtClean="0"/>
              <a:t>14-06-2026</a:t>
            </a:fld>
            <a:endParaRPr lang="da-DK"/>
          </a:p>
        </p:txBody>
      </p:sp>
      <p:sp>
        <p:nvSpPr>
          <p:cNvPr id="4" name="Pladsholder til slidebillede 3"/>
          <p:cNvSpPr>
            <a:spLocks noGrp="1" noRot="1" noChangeAspect="1"/>
          </p:cNvSpPr>
          <p:nvPr>
            <p:ph type="sldImg" idx="2"/>
          </p:nvPr>
        </p:nvSpPr>
        <p:spPr>
          <a:xfrm>
            <a:off x="2222500" y="1143000"/>
            <a:ext cx="24130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877A0-3076-454A-A7AD-03401B925F49}" type="slidenum">
              <a:rPr lang="da-DK" smtClean="0"/>
              <a:t>‹nr.›</a:t>
            </a:fld>
            <a:endParaRPr lang="da-DK"/>
          </a:p>
        </p:txBody>
      </p:sp>
    </p:spTree>
    <p:extLst>
      <p:ext uri="{BB962C8B-B14F-4D97-AF65-F5344CB8AC3E}">
        <p14:creationId xmlns:p14="http://schemas.microsoft.com/office/powerpoint/2010/main" val="2196587516"/>
      </p:ext>
    </p:extLst>
  </p:cSld>
  <p:clrMap bg1="lt1" tx1="dk1" bg2="lt2" tx2="dk2" accent1="accent1" accent2="accent2" accent3="accent3" accent4="accent4" accent5="accent5" accent6="accent6" hlink="hlink" folHlink="folHlink"/>
  <p:notesStyle>
    <a:lvl1pPr marL="0" algn="l" defTabSz="758826" rtl="0" eaLnBrk="1" latinLnBrk="0" hangingPunct="1">
      <a:defRPr sz="996" kern="1200">
        <a:solidFill>
          <a:schemeClr val="tx1"/>
        </a:solidFill>
        <a:latin typeface="+mn-lt"/>
        <a:ea typeface="+mn-ea"/>
        <a:cs typeface="+mn-cs"/>
      </a:defRPr>
    </a:lvl1pPr>
    <a:lvl2pPr marL="379412" algn="l" defTabSz="758826" rtl="0" eaLnBrk="1" latinLnBrk="0" hangingPunct="1">
      <a:defRPr sz="996" kern="1200">
        <a:solidFill>
          <a:schemeClr val="tx1"/>
        </a:solidFill>
        <a:latin typeface="+mn-lt"/>
        <a:ea typeface="+mn-ea"/>
        <a:cs typeface="+mn-cs"/>
      </a:defRPr>
    </a:lvl2pPr>
    <a:lvl3pPr marL="758826" algn="l" defTabSz="758826" rtl="0" eaLnBrk="1" latinLnBrk="0" hangingPunct="1">
      <a:defRPr sz="996" kern="1200">
        <a:solidFill>
          <a:schemeClr val="tx1"/>
        </a:solidFill>
        <a:latin typeface="+mn-lt"/>
        <a:ea typeface="+mn-ea"/>
        <a:cs typeface="+mn-cs"/>
      </a:defRPr>
    </a:lvl3pPr>
    <a:lvl4pPr marL="1138239" algn="l" defTabSz="758826" rtl="0" eaLnBrk="1" latinLnBrk="0" hangingPunct="1">
      <a:defRPr sz="996" kern="1200">
        <a:solidFill>
          <a:schemeClr val="tx1"/>
        </a:solidFill>
        <a:latin typeface="+mn-lt"/>
        <a:ea typeface="+mn-ea"/>
        <a:cs typeface="+mn-cs"/>
      </a:defRPr>
    </a:lvl4pPr>
    <a:lvl5pPr marL="1517651" algn="l" defTabSz="758826" rtl="0" eaLnBrk="1" latinLnBrk="0" hangingPunct="1">
      <a:defRPr sz="996" kern="1200">
        <a:solidFill>
          <a:schemeClr val="tx1"/>
        </a:solidFill>
        <a:latin typeface="+mn-lt"/>
        <a:ea typeface="+mn-ea"/>
        <a:cs typeface="+mn-cs"/>
      </a:defRPr>
    </a:lvl5pPr>
    <a:lvl6pPr marL="1897063" algn="l" defTabSz="758826" rtl="0" eaLnBrk="1" latinLnBrk="0" hangingPunct="1">
      <a:defRPr sz="996" kern="1200">
        <a:solidFill>
          <a:schemeClr val="tx1"/>
        </a:solidFill>
        <a:latin typeface="+mn-lt"/>
        <a:ea typeface="+mn-ea"/>
        <a:cs typeface="+mn-cs"/>
      </a:defRPr>
    </a:lvl6pPr>
    <a:lvl7pPr marL="2276475" algn="l" defTabSz="758826" rtl="0" eaLnBrk="1" latinLnBrk="0" hangingPunct="1">
      <a:defRPr sz="996" kern="1200">
        <a:solidFill>
          <a:schemeClr val="tx1"/>
        </a:solidFill>
        <a:latin typeface="+mn-lt"/>
        <a:ea typeface="+mn-ea"/>
        <a:cs typeface="+mn-cs"/>
      </a:defRPr>
    </a:lvl7pPr>
    <a:lvl8pPr marL="2655888" algn="l" defTabSz="758826" rtl="0" eaLnBrk="1" latinLnBrk="0" hangingPunct="1">
      <a:defRPr sz="996" kern="1200">
        <a:solidFill>
          <a:schemeClr val="tx1"/>
        </a:solidFill>
        <a:latin typeface="+mn-lt"/>
        <a:ea typeface="+mn-ea"/>
        <a:cs typeface="+mn-cs"/>
      </a:defRPr>
    </a:lvl8pPr>
    <a:lvl9pPr marL="3035301" algn="l" defTabSz="758826" rtl="0" eaLnBrk="1" latinLnBrk="0" hangingPunct="1">
      <a:defRPr sz="99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222500" y="1143000"/>
            <a:ext cx="2413000" cy="3086100"/>
          </a:xfrm>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02B877A0-3076-454A-A7AD-03401B925F49}" type="slidenum">
              <a:rPr lang="da-DK" smtClean="0"/>
              <a:t>1</a:t>
            </a:fld>
            <a:endParaRPr lang="da-DK"/>
          </a:p>
        </p:txBody>
      </p:sp>
    </p:spTree>
    <p:extLst>
      <p:ext uri="{BB962C8B-B14F-4D97-AF65-F5344CB8AC3E}">
        <p14:creationId xmlns:p14="http://schemas.microsoft.com/office/powerpoint/2010/main" val="3611338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le 1"/>
          <p:cNvSpPr>
            <a:spLocks noGrp="1"/>
          </p:cNvSpPr>
          <p:nvPr>
            <p:ph type="ctrTitle"/>
          </p:nvPr>
        </p:nvSpPr>
        <p:spPr>
          <a:xfrm>
            <a:off x="486013" y="1355149"/>
            <a:ext cx="5508149" cy="2882806"/>
          </a:xfrm>
        </p:spPr>
        <p:txBody>
          <a:bodyPr anchor="b"/>
          <a:lstStyle>
            <a:lvl1pPr algn="ctr">
              <a:defRPr sz="4252"/>
            </a:lvl1pPr>
          </a:lstStyle>
          <a:p>
            <a:r>
              <a:rPr lang="da-DK"/>
              <a:t>Klik for at redigere titeltypografien i masteren</a:t>
            </a:r>
            <a:endParaRPr lang="en-US" dirty="0"/>
          </a:p>
        </p:txBody>
      </p:sp>
      <p:sp>
        <p:nvSpPr>
          <p:cNvPr id="3" name="Subtitle 2"/>
          <p:cNvSpPr>
            <a:spLocks noGrp="1"/>
          </p:cNvSpPr>
          <p:nvPr>
            <p:ph type="subTitle" idx="1"/>
          </p:nvPr>
        </p:nvSpPr>
        <p:spPr>
          <a:xfrm>
            <a:off x="810022" y="4349128"/>
            <a:ext cx="4860131" cy="1999179"/>
          </a:xfrm>
        </p:spPr>
        <p:txBody>
          <a:bodyPr/>
          <a:lstStyle>
            <a:lvl1pPr marL="0" indent="0" algn="ctr">
              <a:buNone/>
              <a:defRPr sz="1701"/>
            </a:lvl1pPr>
            <a:lvl2pPr marL="324018" indent="0" algn="ctr">
              <a:buNone/>
              <a:defRPr sz="1417"/>
            </a:lvl2pPr>
            <a:lvl3pPr marL="648035" indent="0" algn="ctr">
              <a:buNone/>
              <a:defRPr sz="1276"/>
            </a:lvl3pPr>
            <a:lvl4pPr marL="972053" indent="0" algn="ctr">
              <a:buNone/>
              <a:defRPr sz="1134"/>
            </a:lvl4pPr>
            <a:lvl5pPr marL="1296071" indent="0" algn="ctr">
              <a:buNone/>
              <a:defRPr sz="1134"/>
            </a:lvl5pPr>
            <a:lvl6pPr marL="1620088" indent="0" algn="ctr">
              <a:buNone/>
              <a:defRPr sz="1134"/>
            </a:lvl6pPr>
            <a:lvl7pPr marL="1944106" indent="0" algn="ctr">
              <a:buNone/>
              <a:defRPr sz="1134"/>
            </a:lvl7pPr>
            <a:lvl8pPr marL="2268123" indent="0" algn="ctr">
              <a:buNone/>
              <a:defRPr sz="1134"/>
            </a:lvl8pPr>
            <a:lvl9pPr marL="2592141" indent="0" algn="ctr">
              <a:buNone/>
              <a:defRPr sz="1134"/>
            </a:lvl9pPr>
          </a:lstStyle>
          <a:p>
            <a:r>
              <a:rPr lang="da-DK"/>
              <a:t>Klik for at redigere undertiteltypografien i masteren</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14-06-2026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174919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Content Placeholder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14-06-2026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296844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le 1"/>
          <p:cNvSpPr>
            <a:spLocks noGrp="1"/>
          </p:cNvSpPr>
          <p:nvPr>
            <p:ph type="title"/>
          </p:nvPr>
        </p:nvSpPr>
        <p:spPr>
          <a:xfrm>
            <a:off x="442137" y="2064352"/>
            <a:ext cx="5589151" cy="3444416"/>
          </a:xfrm>
        </p:spPr>
        <p:txBody>
          <a:bodyPr anchor="b"/>
          <a:lstStyle>
            <a:lvl1pPr>
              <a:defRPr sz="4252"/>
            </a:lvl1pPr>
          </a:lstStyle>
          <a:p>
            <a:r>
              <a:rPr lang="da-DK"/>
              <a:t>Klik for at redigere titeltypografien i masteren</a:t>
            </a:r>
            <a:endParaRPr lang="en-US" dirty="0"/>
          </a:p>
        </p:txBody>
      </p:sp>
      <p:sp>
        <p:nvSpPr>
          <p:cNvPr id="3" name="Text Placeholder 2"/>
          <p:cNvSpPr>
            <a:spLocks noGrp="1"/>
          </p:cNvSpPr>
          <p:nvPr>
            <p:ph type="body" idx="1"/>
          </p:nvPr>
        </p:nvSpPr>
        <p:spPr>
          <a:xfrm>
            <a:off x="442137" y="5541353"/>
            <a:ext cx="5589151" cy="1811337"/>
          </a:xfrm>
        </p:spPr>
        <p:txBody>
          <a:bodyPr/>
          <a:lstStyle>
            <a:lvl1pPr marL="0" indent="0">
              <a:buNone/>
              <a:defRPr sz="1701">
                <a:solidFill>
                  <a:schemeClr val="tx1">
                    <a:tint val="82000"/>
                  </a:schemeClr>
                </a:solidFill>
              </a:defRPr>
            </a:lvl1pPr>
            <a:lvl2pPr marL="324018" indent="0">
              <a:buNone/>
              <a:defRPr sz="1417">
                <a:solidFill>
                  <a:schemeClr val="tx1">
                    <a:tint val="82000"/>
                  </a:schemeClr>
                </a:solidFill>
              </a:defRPr>
            </a:lvl2pPr>
            <a:lvl3pPr marL="648035" indent="0">
              <a:buNone/>
              <a:defRPr sz="1276">
                <a:solidFill>
                  <a:schemeClr val="tx1">
                    <a:tint val="82000"/>
                  </a:schemeClr>
                </a:solidFill>
              </a:defRPr>
            </a:lvl3pPr>
            <a:lvl4pPr marL="972053" indent="0">
              <a:buNone/>
              <a:defRPr sz="1134">
                <a:solidFill>
                  <a:schemeClr val="tx1">
                    <a:tint val="82000"/>
                  </a:schemeClr>
                </a:solidFill>
              </a:defRPr>
            </a:lvl4pPr>
            <a:lvl5pPr marL="1296071" indent="0">
              <a:buNone/>
              <a:defRPr sz="1134">
                <a:solidFill>
                  <a:schemeClr val="tx1">
                    <a:tint val="82000"/>
                  </a:schemeClr>
                </a:solidFill>
              </a:defRPr>
            </a:lvl5pPr>
            <a:lvl6pPr marL="1620088" indent="0">
              <a:buNone/>
              <a:defRPr sz="1134">
                <a:solidFill>
                  <a:schemeClr val="tx1">
                    <a:tint val="82000"/>
                  </a:schemeClr>
                </a:solidFill>
              </a:defRPr>
            </a:lvl6pPr>
            <a:lvl7pPr marL="1944106" indent="0">
              <a:buNone/>
              <a:defRPr sz="1134">
                <a:solidFill>
                  <a:schemeClr val="tx1">
                    <a:tint val="82000"/>
                  </a:schemeClr>
                </a:solidFill>
              </a:defRPr>
            </a:lvl7pPr>
            <a:lvl8pPr marL="2268123" indent="0">
              <a:buNone/>
              <a:defRPr sz="1134">
                <a:solidFill>
                  <a:schemeClr val="tx1">
                    <a:tint val="82000"/>
                  </a:schemeClr>
                </a:solidFill>
              </a:defRPr>
            </a:lvl8pPr>
            <a:lvl9pPr marL="2592141" indent="0">
              <a:buNone/>
              <a:defRPr sz="1134">
                <a:solidFill>
                  <a:schemeClr val="tx1">
                    <a:tint val="82000"/>
                  </a:schemeClr>
                </a:solidFill>
              </a:defRPr>
            </a:lvl9pPr>
          </a:lstStyle>
          <a:p>
            <a:pPr lvl="0"/>
            <a:r>
              <a:rPr lang="da-DK"/>
              <a:t>Klik for at redigere teksttypografierne i masteren</a:t>
            </a:r>
          </a:p>
        </p:txBody>
      </p:sp>
      <p:sp>
        <p:nvSpPr>
          <p:cNvPr id="4" name="Date Placeholder 3"/>
          <p:cNvSpPr>
            <a:spLocks noGrp="1"/>
          </p:cNvSpPr>
          <p:nvPr>
            <p:ph type="dt" sz="half" idx="10"/>
          </p:nvPr>
        </p:nvSpPr>
        <p:spPr/>
        <p:txBody>
          <a:bodyPr/>
          <a:lstStyle/>
          <a:p>
            <a:fld id="{7F7C35B5-416F-4C6A-A7BA-3025FC0120D2}" type="datetimeFigureOut">
              <a:rPr lang="da-DK" smtClean="0"/>
              <a:t>14-06-2026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2712721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Content Placeholder 2"/>
          <p:cNvSpPr>
            <a:spLocks noGrp="1"/>
          </p:cNvSpPr>
          <p:nvPr>
            <p:ph sz="half" idx="1"/>
          </p:nvPr>
        </p:nvSpPr>
        <p:spPr>
          <a:xfrm>
            <a:off x="445512" y="2204273"/>
            <a:ext cx="2754074" cy="52538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Content Placeholder 3"/>
          <p:cNvSpPr>
            <a:spLocks noGrp="1"/>
          </p:cNvSpPr>
          <p:nvPr>
            <p:ph sz="half" idx="2"/>
          </p:nvPr>
        </p:nvSpPr>
        <p:spPr>
          <a:xfrm>
            <a:off x="3280589" y="2204273"/>
            <a:ext cx="2754074" cy="52538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Date Placeholder 4"/>
          <p:cNvSpPr>
            <a:spLocks noGrp="1"/>
          </p:cNvSpPr>
          <p:nvPr>
            <p:ph type="dt" sz="half" idx="10"/>
          </p:nvPr>
        </p:nvSpPr>
        <p:spPr/>
        <p:txBody>
          <a:bodyPr/>
          <a:lstStyle/>
          <a:p>
            <a:fld id="{7F7C35B5-416F-4C6A-A7BA-3025FC0120D2}" type="datetimeFigureOut">
              <a:rPr lang="da-DK" smtClean="0"/>
              <a:t>14-06-2026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183411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le 1"/>
          <p:cNvSpPr>
            <a:spLocks noGrp="1"/>
          </p:cNvSpPr>
          <p:nvPr>
            <p:ph type="title"/>
          </p:nvPr>
        </p:nvSpPr>
        <p:spPr>
          <a:xfrm>
            <a:off x="446356" y="440856"/>
            <a:ext cx="5589151" cy="1600495"/>
          </a:xfrm>
        </p:spPr>
        <p:txBody>
          <a:bodyPr/>
          <a:lstStyle/>
          <a:p>
            <a:r>
              <a:rPr lang="da-DK"/>
              <a:t>Klik for at redigere titeltypografien i masteren</a:t>
            </a:r>
            <a:endParaRPr lang="en-US" dirty="0"/>
          </a:p>
        </p:txBody>
      </p:sp>
      <p:sp>
        <p:nvSpPr>
          <p:cNvPr id="3" name="Text Placeholder 2"/>
          <p:cNvSpPr>
            <a:spLocks noGrp="1"/>
          </p:cNvSpPr>
          <p:nvPr>
            <p:ph type="body" idx="1"/>
          </p:nvPr>
        </p:nvSpPr>
        <p:spPr>
          <a:xfrm>
            <a:off x="446357" y="2029849"/>
            <a:ext cx="2741417" cy="994797"/>
          </a:xfrm>
        </p:spPr>
        <p:txBody>
          <a:bodyPr anchor="b"/>
          <a:lstStyle>
            <a:lvl1pPr marL="0" indent="0">
              <a:buNone/>
              <a:defRPr sz="1701" b="1"/>
            </a:lvl1pPr>
            <a:lvl2pPr marL="324018" indent="0">
              <a:buNone/>
              <a:defRPr sz="1417" b="1"/>
            </a:lvl2pPr>
            <a:lvl3pPr marL="648035" indent="0">
              <a:buNone/>
              <a:defRPr sz="1276" b="1"/>
            </a:lvl3pPr>
            <a:lvl4pPr marL="972053" indent="0">
              <a:buNone/>
              <a:defRPr sz="1134" b="1"/>
            </a:lvl4pPr>
            <a:lvl5pPr marL="1296071" indent="0">
              <a:buNone/>
              <a:defRPr sz="1134" b="1"/>
            </a:lvl5pPr>
            <a:lvl6pPr marL="1620088" indent="0">
              <a:buNone/>
              <a:defRPr sz="1134" b="1"/>
            </a:lvl6pPr>
            <a:lvl7pPr marL="1944106" indent="0">
              <a:buNone/>
              <a:defRPr sz="1134" b="1"/>
            </a:lvl7pPr>
            <a:lvl8pPr marL="2268123" indent="0">
              <a:buNone/>
              <a:defRPr sz="1134" b="1"/>
            </a:lvl8pPr>
            <a:lvl9pPr marL="2592141" indent="0">
              <a:buNone/>
              <a:defRPr sz="1134" b="1"/>
            </a:lvl9pPr>
          </a:lstStyle>
          <a:p>
            <a:pPr lvl="0"/>
            <a:r>
              <a:rPr lang="da-DK"/>
              <a:t>Klik for at redigere teksttypografierne i masteren</a:t>
            </a:r>
          </a:p>
        </p:txBody>
      </p:sp>
      <p:sp>
        <p:nvSpPr>
          <p:cNvPr id="4" name="Content Placeholder 3"/>
          <p:cNvSpPr>
            <a:spLocks noGrp="1"/>
          </p:cNvSpPr>
          <p:nvPr>
            <p:ph sz="half" idx="2"/>
          </p:nvPr>
        </p:nvSpPr>
        <p:spPr>
          <a:xfrm>
            <a:off x="446357" y="3024646"/>
            <a:ext cx="2741417" cy="4448799"/>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Text Placeholder 4"/>
          <p:cNvSpPr>
            <a:spLocks noGrp="1"/>
          </p:cNvSpPr>
          <p:nvPr>
            <p:ph type="body" sz="quarter" idx="3"/>
          </p:nvPr>
        </p:nvSpPr>
        <p:spPr>
          <a:xfrm>
            <a:off x="3280589" y="2029849"/>
            <a:ext cx="2754918" cy="994797"/>
          </a:xfrm>
        </p:spPr>
        <p:txBody>
          <a:bodyPr anchor="b"/>
          <a:lstStyle>
            <a:lvl1pPr marL="0" indent="0">
              <a:buNone/>
              <a:defRPr sz="1701" b="1"/>
            </a:lvl1pPr>
            <a:lvl2pPr marL="324018" indent="0">
              <a:buNone/>
              <a:defRPr sz="1417" b="1"/>
            </a:lvl2pPr>
            <a:lvl3pPr marL="648035" indent="0">
              <a:buNone/>
              <a:defRPr sz="1276" b="1"/>
            </a:lvl3pPr>
            <a:lvl4pPr marL="972053" indent="0">
              <a:buNone/>
              <a:defRPr sz="1134" b="1"/>
            </a:lvl4pPr>
            <a:lvl5pPr marL="1296071" indent="0">
              <a:buNone/>
              <a:defRPr sz="1134" b="1"/>
            </a:lvl5pPr>
            <a:lvl6pPr marL="1620088" indent="0">
              <a:buNone/>
              <a:defRPr sz="1134" b="1"/>
            </a:lvl6pPr>
            <a:lvl7pPr marL="1944106" indent="0">
              <a:buNone/>
              <a:defRPr sz="1134" b="1"/>
            </a:lvl7pPr>
            <a:lvl8pPr marL="2268123" indent="0">
              <a:buNone/>
              <a:defRPr sz="1134" b="1"/>
            </a:lvl8pPr>
            <a:lvl9pPr marL="2592141" indent="0">
              <a:buNone/>
              <a:defRPr sz="1134" b="1"/>
            </a:lvl9pPr>
          </a:lstStyle>
          <a:p>
            <a:pPr lvl="0"/>
            <a:r>
              <a:rPr lang="da-DK"/>
              <a:t>Klik for at redigere teksttypografierne i masteren</a:t>
            </a:r>
          </a:p>
        </p:txBody>
      </p:sp>
      <p:sp>
        <p:nvSpPr>
          <p:cNvPr id="6" name="Content Placeholder 5"/>
          <p:cNvSpPr>
            <a:spLocks noGrp="1"/>
          </p:cNvSpPr>
          <p:nvPr>
            <p:ph sz="quarter" idx="4"/>
          </p:nvPr>
        </p:nvSpPr>
        <p:spPr>
          <a:xfrm>
            <a:off x="3280589" y="3024646"/>
            <a:ext cx="2754918" cy="4448799"/>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7" name="Date Placeholder 6"/>
          <p:cNvSpPr>
            <a:spLocks noGrp="1"/>
          </p:cNvSpPr>
          <p:nvPr>
            <p:ph type="dt" sz="half" idx="10"/>
          </p:nvPr>
        </p:nvSpPr>
        <p:spPr/>
        <p:txBody>
          <a:bodyPr/>
          <a:lstStyle/>
          <a:p>
            <a:fld id="{7F7C35B5-416F-4C6A-A7BA-3025FC0120D2}" type="datetimeFigureOut">
              <a:rPr lang="da-DK" smtClean="0"/>
              <a:t>14-06-2026</a:t>
            </a:fld>
            <a:endParaRPr lang="da-DK"/>
          </a:p>
        </p:txBody>
      </p:sp>
      <p:sp>
        <p:nvSpPr>
          <p:cNvPr id="8" name="Footer Placeholder 7"/>
          <p:cNvSpPr>
            <a:spLocks noGrp="1"/>
          </p:cNvSpPr>
          <p:nvPr>
            <p:ph type="ftr" sz="quarter" idx="11"/>
          </p:nvPr>
        </p:nvSpPr>
        <p:spPr/>
        <p:txBody>
          <a:bodyPr/>
          <a:lstStyle/>
          <a:p>
            <a:endParaRPr lang="da-DK"/>
          </a:p>
        </p:txBody>
      </p:sp>
      <p:sp>
        <p:nvSpPr>
          <p:cNvPr id="9" name="Slide Number Placeholder 8"/>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2113334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Date Placeholder 2"/>
          <p:cNvSpPr>
            <a:spLocks noGrp="1"/>
          </p:cNvSpPr>
          <p:nvPr>
            <p:ph type="dt" sz="half" idx="10"/>
          </p:nvPr>
        </p:nvSpPr>
        <p:spPr/>
        <p:txBody>
          <a:bodyPr/>
          <a:lstStyle/>
          <a:p>
            <a:fld id="{7F7C35B5-416F-4C6A-A7BA-3025FC0120D2}" type="datetimeFigureOut">
              <a:rPr lang="da-DK" smtClean="0"/>
              <a:t>14-06-2026</a:t>
            </a:fld>
            <a:endParaRPr lang="da-DK"/>
          </a:p>
        </p:txBody>
      </p:sp>
      <p:sp>
        <p:nvSpPr>
          <p:cNvPr id="4" name="Footer Placeholder 3"/>
          <p:cNvSpPr>
            <a:spLocks noGrp="1"/>
          </p:cNvSpPr>
          <p:nvPr>
            <p:ph type="ftr" sz="quarter" idx="11"/>
          </p:nvPr>
        </p:nvSpPr>
        <p:spPr/>
        <p:txBody>
          <a:bodyPr/>
          <a:lstStyle/>
          <a:p>
            <a:endParaRPr lang="da-DK"/>
          </a:p>
        </p:txBody>
      </p:sp>
      <p:sp>
        <p:nvSpPr>
          <p:cNvPr id="5" name="Slide Number Placeholder 4"/>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340740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7C35B5-416F-4C6A-A7BA-3025FC0120D2}" type="datetimeFigureOut">
              <a:rPr lang="da-DK" smtClean="0"/>
              <a:t>14-06-2026</a:t>
            </a:fld>
            <a:endParaRPr lang="da-DK"/>
          </a:p>
        </p:txBody>
      </p:sp>
      <p:sp>
        <p:nvSpPr>
          <p:cNvPr id="3" name="Footer Placeholder 2"/>
          <p:cNvSpPr>
            <a:spLocks noGrp="1"/>
          </p:cNvSpPr>
          <p:nvPr>
            <p:ph type="ftr" sz="quarter" idx="11"/>
          </p:nvPr>
        </p:nvSpPr>
        <p:spPr/>
        <p:txBody>
          <a:bodyPr/>
          <a:lstStyle/>
          <a:p>
            <a:endParaRPr lang="da-DK"/>
          </a:p>
        </p:txBody>
      </p:sp>
      <p:sp>
        <p:nvSpPr>
          <p:cNvPr id="4" name="Slide Number Placeholder 3"/>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306077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446356" y="552027"/>
            <a:ext cx="2090025" cy="1932093"/>
          </a:xfrm>
        </p:spPr>
        <p:txBody>
          <a:bodyPr anchor="b"/>
          <a:lstStyle>
            <a:lvl1pPr>
              <a:defRPr sz="2268"/>
            </a:lvl1pPr>
          </a:lstStyle>
          <a:p>
            <a:r>
              <a:rPr lang="da-DK"/>
              <a:t>Klik for at redigere titeltypografien i masteren</a:t>
            </a:r>
            <a:endParaRPr lang="en-US" dirty="0"/>
          </a:p>
        </p:txBody>
      </p:sp>
      <p:sp>
        <p:nvSpPr>
          <p:cNvPr id="3" name="Content Placeholder 2"/>
          <p:cNvSpPr>
            <a:spLocks noGrp="1"/>
          </p:cNvSpPr>
          <p:nvPr>
            <p:ph idx="1"/>
          </p:nvPr>
        </p:nvSpPr>
        <p:spPr>
          <a:xfrm>
            <a:off x="2754918" y="1192226"/>
            <a:ext cx="3280589" cy="5884451"/>
          </a:xfrm>
        </p:spPr>
        <p:txBody>
          <a:bodyPr/>
          <a:lstStyle>
            <a:lvl1pPr>
              <a:defRPr sz="2268"/>
            </a:lvl1pPr>
            <a:lvl2pPr>
              <a:defRPr sz="1984"/>
            </a:lvl2pPr>
            <a:lvl3pPr>
              <a:defRPr sz="1701"/>
            </a:lvl3pPr>
            <a:lvl4pPr>
              <a:defRPr sz="1417"/>
            </a:lvl4pPr>
            <a:lvl5pPr>
              <a:defRPr sz="1417"/>
            </a:lvl5pPr>
            <a:lvl6pPr>
              <a:defRPr sz="1417"/>
            </a:lvl6pPr>
            <a:lvl7pPr>
              <a:defRPr sz="1417"/>
            </a:lvl7pPr>
            <a:lvl8pPr>
              <a:defRPr sz="1417"/>
            </a:lvl8pPr>
            <a:lvl9pPr>
              <a:defRPr sz="1417"/>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Text Placeholder 3"/>
          <p:cNvSpPr>
            <a:spLocks noGrp="1"/>
          </p:cNvSpPr>
          <p:nvPr>
            <p:ph type="body" sz="half" idx="2"/>
          </p:nvPr>
        </p:nvSpPr>
        <p:spPr>
          <a:xfrm>
            <a:off x="446356" y="2484120"/>
            <a:ext cx="2090025" cy="4602140"/>
          </a:xfrm>
        </p:spPr>
        <p:txBody>
          <a:bodyPr/>
          <a:lstStyle>
            <a:lvl1pPr marL="0" indent="0">
              <a:buNone/>
              <a:defRPr sz="1134"/>
            </a:lvl1pPr>
            <a:lvl2pPr marL="324018" indent="0">
              <a:buNone/>
              <a:defRPr sz="992"/>
            </a:lvl2pPr>
            <a:lvl3pPr marL="648035" indent="0">
              <a:buNone/>
              <a:defRPr sz="850"/>
            </a:lvl3pPr>
            <a:lvl4pPr marL="972053" indent="0">
              <a:buNone/>
              <a:defRPr sz="709"/>
            </a:lvl4pPr>
            <a:lvl5pPr marL="1296071" indent="0">
              <a:buNone/>
              <a:defRPr sz="709"/>
            </a:lvl5pPr>
            <a:lvl6pPr marL="1620088" indent="0">
              <a:buNone/>
              <a:defRPr sz="709"/>
            </a:lvl6pPr>
            <a:lvl7pPr marL="1944106" indent="0">
              <a:buNone/>
              <a:defRPr sz="709"/>
            </a:lvl7pPr>
            <a:lvl8pPr marL="2268123" indent="0">
              <a:buNone/>
              <a:defRPr sz="709"/>
            </a:lvl8pPr>
            <a:lvl9pPr marL="2592141" indent="0">
              <a:buNone/>
              <a:defRPr sz="709"/>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7F7C35B5-416F-4C6A-A7BA-3025FC0120D2}" type="datetimeFigureOut">
              <a:rPr lang="da-DK" smtClean="0"/>
              <a:t>14-06-2026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557105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446356" y="552027"/>
            <a:ext cx="2090025" cy="1932093"/>
          </a:xfrm>
        </p:spPr>
        <p:txBody>
          <a:bodyPr anchor="b"/>
          <a:lstStyle>
            <a:lvl1pPr>
              <a:defRPr sz="2268"/>
            </a:lvl1pPr>
          </a:lstStyle>
          <a:p>
            <a:r>
              <a:rPr lang="da-DK"/>
              <a:t>Klik for at redigere titeltypografien i masteren</a:t>
            </a:r>
            <a:endParaRPr lang="en-US" dirty="0"/>
          </a:p>
        </p:txBody>
      </p:sp>
      <p:sp>
        <p:nvSpPr>
          <p:cNvPr id="3" name="Picture Placeholder 2"/>
          <p:cNvSpPr>
            <a:spLocks noGrp="1" noChangeAspect="1"/>
          </p:cNvSpPr>
          <p:nvPr>
            <p:ph type="pic" idx="1"/>
          </p:nvPr>
        </p:nvSpPr>
        <p:spPr>
          <a:xfrm>
            <a:off x="2754918" y="1192226"/>
            <a:ext cx="3280589" cy="5884451"/>
          </a:xfrm>
        </p:spPr>
        <p:txBody>
          <a:bodyPr anchor="t"/>
          <a:lstStyle>
            <a:lvl1pPr marL="0" indent="0">
              <a:buNone/>
              <a:defRPr sz="2268"/>
            </a:lvl1pPr>
            <a:lvl2pPr marL="324018" indent="0">
              <a:buNone/>
              <a:defRPr sz="1984"/>
            </a:lvl2pPr>
            <a:lvl3pPr marL="648035" indent="0">
              <a:buNone/>
              <a:defRPr sz="1701"/>
            </a:lvl3pPr>
            <a:lvl4pPr marL="972053" indent="0">
              <a:buNone/>
              <a:defRPr sz="1417"/>
            </a:lvl4pPr>
            <a:lvl5pPr marL="1296071" indent="0">
              <a:buNone/>
              <a:defRPr sz="1417"/>
            </a:lvl5pPr>
            <a:lvl6pPr marL="1620088" indent="0">
              <a:buNone/>
              <a:defRPr sz="1417"/>
            </a:lvl6pPr>
            <a:lvl7pPr marL="1944106" indent="0">
              <a:buNone/>
              <a:defRPr sz="1417"/>
            </a:lvl7pPr>
            <a:lvl8pPr marL="2268123" indent="0">
              <a:buNone/>
              <a:defRPr sz="1417"/>
            </a:lvl8pPr>
            <a:lvl9pPr marL="2592141" indent="0">
              <a:buNone/>
              <a:defRPr sz="1417"/>
            </a:lvl9pPr>
          </a:lstStyle>
          <a:p>
            <a:r>
              <a:rPr lang="da-DK"/>
              <a:t>Klik på ikonet for at tilføje et billede</a:t>
            </a:r>
            <a:endParaRPr lang="en-US" dirty="0"/>
          </a:p>
        </p:txBody>
      </p:sp>
      <p:sp>
        <p:nvSpPr>
          <p:cNvPr id="4" name="Text Placeholder 3"/>
          <p:cNvSpPr>
            <a:spLocks noGrp="1"/>
          </p:cNvSpPr>
          <p:nvPr>
            <p:ph type="body" sz="half" idx="2"/>
          </p:nvPr>
        </p:nvSpPr>
        <p:spPr>
          <a:xfrm>
            <a:off x="446356" y="2484120"/>
            <a:ext cx="2090025" cy="4602140"/>
          </a:xfrm>
        </p:spPr>
        <p:txBody>
          <a:bodyPr/>
          <a:lstStyle>
            <a:lvl1pPr marL="0" indent="0">
              <a:buNone/>
              <a:defRPr sz="1134"/>
            </a:lvl1pPr>
            <a:lvl2pPr marL="324018" indent="0">
              <a:buNone/>
              <a:defRPr sz="992"/>
            </a:lvl2pPr>
            <a:lvl3pPr marL="648035" indent="0">
              <a:buNone/>
              <a:defRPr sz="850"/>
            </a:lvl3pPr>
            <a:lvl4pPr marL="972053" indent="0">
              <a:buNone/>
              <a:defRPr sz="709"/>
            </a:lvl4pPr>
            <a:lvl5pPr marL="1296071" indent="0">
              <a:buNone/>
              <a:defRPr sz="709"/>
            </a:lvl5pPr>
            <a:lvl6pPr marL="1620088" indent="0">
              <a:buNone/>
              <a:defRPr sz="709"/>
            </a:lvl6pPr>
            <a:lvl7pPr marL="1944106" indent="0">
              <a:buNone/>
              <a:defRPr sz="709"/>
            </a:lvl7pPr>
            <a:lvl8pPr marL="2268123" indent="0">
              <a:buNone/>
              <a:defRPr sz="709"/>
            </a:lvl8pPr>
            <a:lvl9pPr marL="2592141" indent="0">
              <a:buNone/>
              <a:defRPr sz="709"/>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7F7C35B5-416F-4C6A-A7BA-3025FC0120D2}" type="datetimeFigureOut">
              <a:rPr lang="da-DK" smtClean="0"/>
              <a:t>14-06-2026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243195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Vertical Text Placeholder 2"/>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14-06-2026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2452854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637375" y="440855"/>
            <a:ext cx="1397288" cy="7017256"/>
          </a:xfrm>
        </p:spPr>
        <p:txBody>
          <a:bodyPr vert="eaVert"/>
          <a:lstStyle/>
          <a:p>
            <a:r>
              <a:rPr lang="da-DK"/>
              <a:t>Klik for at redigere titeltypografien i masteren</a:t>
            </a:r>
            <a:endParaRPr lang="en-US" dirty="0"/>
          </a:p>
        </p:txBody>
      </p:sp>
      <p:sp>
        <p:nvSpPr>
          <p:cNvPr id="3" name="Vertical Text Placeholder 2"/>
          <p:cNvSpPr>
            <a:spLocks noGrp="1"/>
          </p:cNvSpPr>
          <p:nvPr>
            <p:ph type="body" orient="vert" idx="1"/>
          </p:nvPr>
        </p:nvSpPr>
        <p:spPr>
          <a:xfrm>
            <a:off x="445512" y="440855"/>
            <a:ext cx="4110861" cy="7017256"/>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14-06-2026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628207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5512" y="440856"/>
            <a:ext cx="5589151" cy="1600495"/>
          </a:xfrm>
          <a:prstGeom prst="rect">
            <a:avLst/>
          </a:prstGeom>
        </p:spPr>
        <p:txBody>
          <a:bodyPr vert="horz" lIns="91440" tIns="45720" rIns="91440" bIns="45720" rtlCol="0" anchor="ctr">
            <a:normAutofit/>
          </a:bodyPr>
          <a:lstStyle/>
          <a:p>
            <a:r>
              <a:rPr lang="da-DK"/>
              <a:t>Klik for at redigere titeltypografien i masteren</a:t>
            </a:r>
            <a:endParaRPr lang="en-US" dirty="0"/>
          </a:p>
        </p:txBody>
      </p:sp>
      <p:sp>
        <p:nvSpPr>
          <p:cNvPr id="3" name="Text Placeholder 2"/>
          <p:cNvSpPr>
            <a:spLocks noGrp="1"/>
          </p:cNvSpPr>
          <p:nvPr>
            <p:ph type="body" idx="1"/>
          </p:nvPr>
        </p:nvSpPr>
        <p:spPr>
          <a:xfrm>
            <a:off x="445512" y="2204273"/>
            <a:ext cx="5589151" cy="5253838"/>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2"/>
          </p:nvPr>
        </p:nvSpPr>
        <p:spPr>
          <a:xfrm>
            <a:off x="445512" y="7674706"/>
            <a:ext cx="1458039" cy="440855"/>
          </a:xfrm>
          <a:prstGeom prst="rect">
            <a:avLst/>
          </a:prstGeom>
        </p:spPr>
        <p:txBody>
          <a:bodyPr vert="horz" lIns="91440" tIns="45720" rIns="91440" bIns="45720" rtlCol="0" anchor="ctr"/>
          <a:lstStyle>
            <a:lvl1pPr algn="l">
              <a:defRPr sz="850">
                <a:solidFill>
                  <a:schemeClr val="tx1">
                    <a:tint val="82000"/>
                  </a:schemeClr>
                </a:solidFill>
              </a:defRPr>
            </a:lvl1pPr>
          </a:lstStyle>
          <a:p>
            <a:fld id="{7F7C35B5-416F-4C6A-A7BA-3025FC0120D2}" type="datetimeFigureOut">
              <a:rPr lang="da-DK" smtClean="0"/>
              <a:t>14-06-2026</a:t>
            </a:fld>
            <a:endParaRPr lang="da-DK"/>
          </a:p>
        </p:txBody>
      </p:sp>
      <p:sp>
        <p:nvSpPr>
          <p:cNvPr id="5" name="Footer Placeholder 4"/>
          <p:cNvSpPr>
            <a:spLocks noGrp="1"/>
          </p:cNvSpPr>
          <p:nvPr>
            <p:ph type="ftr" sz="quarter" idx="3"/>
          </p:nvPr>
        </p:nvSpPr>
        <p:spPr>
          <a:xfrm>
            <a:off x="2146558" y="7674706"/>
            <a:ext cx="2187059" cy="440855"/>
          </a:xfrm>
          <a:prstGeom prst="rect">
            <a:avLst/>
          </a:prstGeom>
        </p:spPr>
        <p:txBody>
          <a:bodyPr vert="horz" lIns="91440" tIns="45720" rIns="91440" bIns="45720" rtlCol="0" anchor="ctr"/>
          <a:lstStyle>
            <a:lvl1pPr algn="ctr">
              <a:defRPr sz="850">
                <a:solidFill>
                  <a:schemeClr val="tx1">
                    <a:tint val="82000"/>
                  </a:schemeClr>
                </a:solidFill>
              </a:defRPr>
            </a:lvl1pPr>
          </a:lstStyle>
          <a:p>
            <a:endParaRPr lang="da-DK"/>
          </a:p>
        </p:txBody>
      </p:sp>
      <p:sp>
        <p:nvSpPr>
          <p:cNvPr id="6" name="Slide Number Placeholder 5"/>
          <p:cNvSpPr>
            <a:spLocks noGrp="1"/>
          </p:cNvSpPr>
          <p:nvPr>
            <p:ph type="sldNum" sz="quarter" idx="4"/>
          </p:nvPr>
        </p:nvSpPr>
        <p:spPr>
          <a:xfrm>
            <a:off x="4576624" y="7674706"/>
            <a:ext cx="1458039" cy="440855"/>
          </a:xfrm>
          <a:prstGeom prst="rect">
            <a:avLst/>
          </a:prstGeom>
        </p:spPr>
        <p:txBody>
          <a:bodyPr vert="horz" lIns="91440" tIns="45720" rIns="91440" bIns="45720" rtlCol="0" anchor="ctr"/>
          <a:lstStyle>
            <a:lvl1pPr algn="r">
              <a:defRPr sz="850">
                <a:solidFill>
                  <a:schemeClr val="tx1">
                    <a:tint val="82000"/>
                  </a:schemeClr>
                </a:solidFill>
              </a:defRPr>
            </a:lvl1pPr>
          </a:lstStyle>
          <a:p>
            <a:fld id="{4D5F9296-6B5A-4C9C-9636-77AF1BA7D9F1}" type="slidenum">
              <a:rPr lang="da-DK" smtClean="0"/>
              <a:t>‹nr.›</a:t>
            </a:fld>
            <a:endParaRPr lang="da-DK"/>
          </a:p>
        </p:txBody>
      </p:sp>
    </p:spTree>
    <p:extLst>
      <p:ext uri="{BB962C8B-B14F-4D97-AF65-F5344CB8AC3E}">
        <p14:creationId xmlns:p14="http://schemas.microsoft.com/office/powerpoint/2010/main" val="254227308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48035" rtl="0" eaLnBrk="1" latinLnBrk="0" hangingPunct="1">
        <a:lnSpc>
          <a:spcPct val="90000"/>
        </a:lnSpc>
        <a:spcBef>
          <a:spcPct val="0"/>
        </a:spcBef>
        <a:buNone/>
        <a:defRPr sz="3118" kern="1200">
          <a:solidFill>
            <a:schemeClr val="tx1"/>
          </a:solidFill>
          <a:latin typeface="+mj-lt"/>
          <a:ea typeface="+mj-ea"/>
          <a:cs typeface="+mj-cs"/>
        </a:defRPr>
      </a:lvl1pPr>
    </p:titleStyle>
    <p:bodyStyle>
      <a:lvl1pPr marL="162009" indent="-162009" algn="l" defTabSz="648035" rtl="0" eaLnBrk="1" latinLnBrk="0" hangingPunct="1">
        <a:lnSpc>
          <a:spcPct val="90000"/>
        </a:lnSpc>
        <a:spcBef>
          <a:spcPts val="709"/>
        </a:spcBef>
        <a:buFont typeface="Arial" panose="020B0604020202020204" pitchFamily="34" charset="0"/>
        <a:buChar char="•"/>
        <a:defRPr sz="1984" kern="1200">
          <a:solidFill>
            <a:schemeClr val="tx1"/>
          </a:solidFill>
          <a:latin typeface="+mn-lt"/>
          <a:ea typeface="+mn-ea"/>
          <a:cs typeface="+mn-cs"/>
        </a:defRPr>
      </a:lvl1pPr>
      <a:lvl2pPr marL="486026" indent="-162009" algn="l" defTabSz="648035" rtl="0" eaLnBrk="1" latinLnBrk="0" hangingPunct="1">
        <a:lnSpc>
          <a:spcPct val="90000"/>
        </a:lnSpc>
        <a:spcBef>
          <a:spcPts val="354"/>
        </a:spcBef>
        <a:buFont typeface="Arial" panose="020B0604020202020204" pitchFamily="34" charset="0"/>
        <a:buChar char="•"/>
        <a:defRPr sz="1701" kern="1200">
          <a:solidFill>
            <a:schemeClr val="tx1"/>
          </a:solidFill>
          <a:latin typeface="+mn-lt"/>
          <a:ea typeface="+mn-ea"/>
          <a:cs typeface="+mn-cs"/>
        </a:defRPr>
      </a:lvl2pPr>
      <a:lvl3pPr marL="810044" indent="-162009" algn="l" defTabSz="648035" rtl="0" eaLnBrk="1" latinLnBrk="0" hangingPunct="1">
        <a:lnSpc>
          <a:spcPct val="90000"/>
        </a:lnSpc>
        <a:spcBef>
          <a:spcPts val="354"/>
        </a:spcBef>
        <a:buFont typeface="Arial" panose="020B0604020202020204" pitchFamily="34" charset="0"/>
        <a:buChar char="•"/>
        <a:defRPr sz="1417" kern="1200">
          <a:solidFill>
            <a:schemeClr val="tx1"/>
          </a:solidFill>
          <a:latin typeface="+mn-lt"/>
          <a:ea typeface="+mn-ea"/>
          <a:cs typeface="+mn-cs"/>
        </a:defRPr>
      </a:lvl3pPr>
      <a:lvl4pPr marL="1134062" indent="-162009" algn="l" defTabSz="648035" rtl="0" eaLnBrk="1" latinLnBrk="0" hangingPunct="1">
        <a:lnSpc>
          <a:spcPct val="90000"/>
        </a:lnSpc>
        <a:spcBef>
          <a:spcPts val="354"/>
        </a:spcBef>
        <a:buFont typeface="Arial" panose="020B0604020202020204" pitchFamily="34" charset="0"/>
        <a:buChar char="•"/>
        <a:defRPr sz="1276" kern="1200">
          <a:solidFill>
            <a:schemeClr val="tx1"/>
          </a:solidFill>
          <a:latin typeface="+mn-lt"/>
          <a:ea typeface="+mn-ea"/>
          <a:cs typeface="+mn-cs"/>
        </a:defRPr>
      </a:lvl4pPr>
      <a:lvl5pPr marL="1458079" indent="-162009" algn="l" defTabSz="648035" rtl="0" eaLnBrk="1" latinLnBrk="0" hangingPunct="1">
        <a:lnSpc>
          <a:spcPct val="90000"/>
        </a:lnSpc>
        <a:spcBef>
          <a:spcPts val="354"/>
        </a:spcBef>
        <a:buFont typeface="Arial" panose="020B0604020202020204" pitchFamily="34" charset="0"/>
        <a:buChar char="•"/>
        <a:defRPr sz="1276" kern="1200">
          <a:solidFill>
            <a:schemeClr val="tx1"/>
          </a:solidFill>
          <a:latin typeface="+mn-lt"/>
          <a:ea typeface="+mn-ea"/>
          <a:cs typeface="+mn-cs"/>
        </a:defRPr>
      </a:lvl5pPr>
      <a:lvl6pPr marL="1782097" indent="-162009" algn="l" defTabSz="648035" rtl="0" eaLnBrk="1" latinLnBrk="0" hangingPunct="1">
        <a:lnSpc>
          <a:spcPct val="90000"/>
        </a:lnSpc>
        <a:spcBef>
          <a:spcPts val="354"/>
        </a:spcBef>
        <a:buFont typeface="Arial" panose="020B0604020202020204" pitchFamily="34" charset="0"/>
        <a:buChar char="•"/>
        <a:defRPr sz="1276" kern="1200">
          <a:solidFill>
            <a:schemeClr val="tx1"/>
          </a:solidFill>
          <a:latin typeface="+mn-lt"/>
          <a:ea typeface="+mn-ea"/>
          <a:cs typeface="+mn-cs"/>
        </a:defRPr>
      </a:lvl6pPr>
      <a:lvl7pPr marL="2106115" indent="-162009" algn="l" defTabSz="648035" rtl="0" eaLnBrk="1" latinLnBrk="0" hangingPunct="1">
        <a:lnSpc>
          <a:spcPct val="90000"/>
        </a:lnSpc>
        <a:spcBef>
          <a:spcPts val="354"/>
        </a:spcBef>
        <a:buFont typeface="Arial" panose="020B0604020202020204" pitchFamily="34" charset="0"/>
        <a:buChar char="•"/>
        <a:defRPr sz="1276" kern="1200">
          <a:solidFill>
            <a:schemeClr val="tx1"/>
          </a:solidFill>
          <a:latin typeface="+mn-lt"/>
          <a:ea typeface="+mn-ea"/>
          <a:cs typeface="+mn-cs"/>
        </a:defRPr>
      </a:lvl7pPr>
      <a:lvl8pPr marL="2430132" indent="-162009" algn="l" defTabSz="648035" rtl="0" eaLnBrk="1" latinLnBrk="0" hangingPunct="1">
        <a:lnSpc>
          <a:spcPct val="90000"/>
        </a:lnSpc>
        <a:spcBef>
          <a:spcPts val="354"/>
        </a:spcBef>
        <a:buFont typeface="Arial" panose="020B0604020202020204" pitchFamily="34" charset="0"/>
        <a:buChar char="•"/>
        <a:defRPr sz="1276" kern="1200">
          <a:solidFill>
            <a:schemeClr val="tx1"/>
          </a:solidFill>
          <a:latin typeface="+mn-lt"/>
          <a:ea typeface="+mn-ea"/>
          <a:cs typeface="+mn-cs"/>
        </a:defRPr>
      </a:lvl8pPr>
      <a:lvl9pPr marL="2754150" indent="-162009" algn="l" defTabSz="648035" rtl="0" eaLnBrk="1" latinLnBrk="0" hangingPunct="1">
        <a:lnSpc>
          <a:spcPct val="90000"/>
        </a:lnSpc>
        <a:spcBef>
          <a:spcPts val="354"/>
        </a:spcBef>
        <a:buFont typeface="Arial" panose="020B0604020202020204" pitchFamily="34" charset="0"/>
        <a:buChar char="•"/>
        <a:defRPr sz="1276" kern="1200">
          <a:solidFill>
            <a:schemeClr val="tx1"/>
          </a:solidFill>
          <a:latin typeface="+mn-lt"/>
          <a:ea typeface="+mn-ea"/>
          <a:cs typeface="+mn-cs"/>
        </a:defRPr>
      </a:lvl9pPr>
    </p:bodyStyle>
    <p:otherStyle>
      <a:defPPr>
        <a:defRPr lang="en-US"/>
      </a:defPPr>
      <a:lvl1pPr marL="0" algn="l" defTabSz="648035" rtl="0" eaLnBrk="1" latinLnBrk="0" hangingPunct="1">
        <a:defRPr sz="1276" kern="1200">
          <a:solidFill>
            <a:schemeClr val="tx1"/>
          </a:solidFill>
          <a:latin typeface="+mn-lt"/>
          <a:ea typeface="+mn-ea"/>
          <a:cs typeface="+mn-cs"/>
        </a:defRPr>
      </a:lvl1pPr>
      <a:lvl2pPr marL="324018" algn="l" defTabSz="648035" rtl="0" eaLnBrk="1" latinLnBrk="0" hangingPunct="1">
        <a:defRPr sz="1276" kern="1200">
          <a:solidFill>
            <a:schemeClr val="tx1"/>
          </a:solidFill>
          <a:latin typeface="+mn-lt"/>
          <a:ea typeface="+mn-ea"/>
          <a:cs typeface="+mn-cs"/>
        </a:defRPr>
      </a:lvl2pPr>
      <a:lvl3pPr marL="648035" algn="l" defTabSz="648035" rtl="0" eaLnBrk="1" latinLnBrk="0" hangingPunct="1">
        <a:defRPr sz="1276" kern="1200">
          <a:solidFill>
            <a:schemeClr val="tx1"/>
          </a:solidFill>
          <a:latin typeface="+mn-lt"/>
          <a:ea typeface="+mn-ea"/>
          <a:cs typeface="+mn-cs"/>
        </a:defRPr>
      </a:lvl3pPr>
      <a:lvl4pPr marL="972053" algn="l" defTabSz="648035" rtl="0" eaLnBrk="1" latinLnBrk="0" hangingPunct="1">
        <a:defRPr sz="1276" kern="1200">
          <a:solidFill>
            <a:schemeClr val="tx1"/>
          </a:solidFill>
          <a:latin typeface="+mn-lt"/>
          <a:ea typeface="+mn-ea"/>
          <a:cs typeface="+mn-cs"/>
        </a:defRPr>
      </a:lvl4pPr>
      <a:lvl5pPr marL="1296071" algn="l" defTabSz="648035" rtl="0" eaLnBrk="1" latinLnBrk="0" hangingPunct="1">
        <a:defRPr sz="1276" kern="1200">
          <a:solidFill>
            <a:schemeClr val="tx1"/>
          </a:solidFill>
          <a:latin typeface="+mn-lt"/>
          <a:ea typeface="+mn-ea"/>
          <a:cs typeface="+mn-cs"/>
        </a:defRPr>
      </a:lvl5pPr>
      <a:lvl6pPr marL="1620088" algn="l" defTabSz="648035" rtl="0" eaLnBrk="1" latinLnBrk="0" hangingPunct="1">
        <a:defRPr sz="1276" kern="1200">
          <a:solidFill>
            <a:schemeClr val="tx1"/>
          </a:solidFill>
          <a:latin typeface="+mn-lt"/>
          <a:ea typeface="+mn-ea"/>
          <a:cs typeface="+mn-cs"/>
        </a:defRPr>
      </a:lvl6pPr>
      <a:lvl7pPr marL="1944106" algn="l" defTabSz="648035" rtl="0" eaLnBrk="1" latinLnBrk="0" hangingPunct="1">
        <a:defRPr sz="1276" kern="1200">
          <a:solidFill>
            <a:schemeClr val="tx1"/>
          </a:solidFill>
          <a:latin typeface="+mn-lt"/>
          <a:ea typeface="+mn-ea"/>
          <a:cs typeface="+mn-cs"/>
        </a:defRPr>
      </a:lvl7pPr>
      <a:lvl8pPr marL="2268123" algn="l" defTabSz="648035" rtl="0" eaLnBrk="1" latinLnBrk="0" hangingPunct="1">
        <a:defRPr sz="1276" kern="1200">
          <a:solidFill>
            <a:schemeClr val="tx1"/>
          </a:solidFill>
          <a:latin typeface="+mn-lt"/>
          <a:ea typeface="+mn-ea"/>
          <a:cs typeface="+mn-cs"/>
        </a:defRPr>
      </a:lvl8pPr>
      <a:lvl9pPr marL="2592141" algn="l" defTabSz="648035" rtl="0" eaLnBrk="1" latinLnBrk="0" hangingPunct="1">
        <a:defRPr sz="12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lede 2" descr="The image depicts an application's settings screen, specifically the General section, where the user can select language, adjust scroll speed on the projector, and set the maximum number of rows displayed.">
            <a:extLst>
              <a:ext uri="{FF2B5EF4-FFF2-40B4-BE49-F238E27FC236}">
                <a16:creationId xmlns:a16="http://schemas.microsoft.com/office/drawing/2014/main" id="{FA92C920-21E6-D6E4-B302-EBA77FAD911D}"/>
              </a:ext>
            </a:extLst>
          </p:cNvPr>
          <p:cNvPicPr>
            <a:picLocks noChangeAspect="1"/>
          </p:cNvPicPr>
          <p:nvPr/>
        </p:nvPicPr>
        <p:blipFill>
          <a:blip r:embed="rId3"/>
          <a:stretch>
            <a:fillRect/>
          </a:stretch>
        </p:blipFill>
        <p:spPr>
          <a:xfrm>
            <a:off x="231032" y="1485332"/>
            <a:ext cx="3836350" cy="3116702"/>
          </a:xfrm>
          <a:prstGeom prst="rect">
            <a:avLst/>
          </a:prstGeom>
        </p:spPr>
      </p:pic>
      <p:pic>
        <p:nvPicPr>
          <p:cNvPr id="5" name="Billede 4" descr="The image displays the DBF Tools application with the 'App Settings' and 'View Guide' options highlighted.&#10;&#10;AI-genereret indhold kan være ukorrekt.">
            <a:extLst>
              <a:ext uri="{FF2B5EF4-FFF2-40B4-BE49-F238E27FC236}">
                <a16:creationId xmlns:a16="http://schemas.microsoft.com/office/drawing/2014/main" id="{7969C5C7-BF22-30B0-7A6F-3888162A5D28}"/>
              </a:ext>
            </a:extLst>
          </p:cNvPr>
          <p:cNvPicPr>
            <a:picLocks noChangeAspect="1"/>
          </p:cNvPicPr>
          <p:nvPr/>
        </p:nvPicPr>
        <p:blipFill>
          <a:blip r:embed="rId4"/>
          <a:stretch>
            <a:fillRect/>
          </a:stretch>
        </p:blipFill>
        <p:spPr>
          <a:xfrm>
            <a:off x="276788" y="840681"/>
            <a:ext cx="1607336" cy="482669"/>
          </a:xfrm>
          <a:prstGeom prst="rect">
            <a:avLst/>
          </a:prstGeom>
        </p:spPr>
      </p:pic>
      <p:sp>
        <p:nvSpPr>
          <p:cNvPr id="8" name="Taleboble: rektangel 7">
            <a:extLst>
              <a:ext uri="{FF2B5EF4-FFF2-40B4-BE49-F238E27FC236}">
                <a16:creationId xmlns:a16="http://schemas.microsoft.com/office/drawing/2014/main" id="{9506F9C0-00AA-8364-840D-2CFE81E2252C}"/>
              </a:ext>
            </a:extLst>
          </p:cNvPr>
          <p:cNvSpPr/>
          <p:nvPr/>
        </p:nvSpPr>
        <p:spPr>
          <a:xfrm>
            <a:off x="460696" y="83398"/>
            <a:ext cx="2116962" cy="616087"/>
          </a:xfrm>
          <a:prstGeom prst="wedgeRectCallout">
            <a:avLst>
              <a:gd name="adj1" fmla="val -28069"/>
              <a:gd name="adj2" fmla="val 116184"/>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199" dirty="0">
                <a:ln w="0"/>
                <a:solidFill>
                  <a:schemeClr val="tx1"/>
                </a:solidFill>
                <a:effectLst>
                  <a:outerShdw blurRad="38100" dist="19050" dir="2700000" algn="tl" rotWithShape="0">
                    <a:schemeClr val="dk1">
                      <a:alpha val="40000"/>
                    </a:schemeClr>
                  </a:outerShdw>
                </a:effectLst>
              </a:rPr>
              <a:t>Please open App Settings on first run </a:t>
            </a:r>
          </a:p>
        </p:txBody>
      </p:sp>
      <p:sp>
        <p:nvSpPr>
          <p:cNvPr id="18" name="Tekstfelt 17">
            <a:extLst>
              <a:ext uri="{FF2B5EF4-FFF2-40B4-BE49-F238E27FC236}">
                <a16:creationId xmlns:a16="http://schemas.microsoft.com/office/drawing/2014/main" id="{EEF5DD24-0298-4A65-745B-E721BE4CFCD2}"/>
              </a:ext>
            </a:extLst>
          </p:cNvPr>
          <p:cNvSpPr txBox="1"/>
          <p:nvPr/>
        </p:nvSpPr>
        <p:spPr>
          <a:xfrm>
            <a:off x="410247" y="4560773"/>
            <a:ext cx="5878911" cy="2860398"/>
          </a:xfrm>
          <a:prstGeom prst="rect">
            <a:avLst/>
          </a:prstGeom>
          <a:noFill/>
        </p:spPr>
        <p:txBody>
          <a:bodyPr wrap="square" rtlCol="0">
            <a:spAutoFit/>
          </a:bodyPr>
          <a:lstStyle/>
          <a:p>
            <a:r>
              <a:rPr lang="en-US" sz="1199" b="1" dirty="0"/>
              <a:t>Read BC3 Data (Denmark only)</a:t>
            </a:r>
          </a:p>
          <a:p>
            <a:r>
              <a:rPr lang="en-US" sz="1199" dirty="0"/>
              <a:t>When checked, the app will import tournaments, start lists, and results from BC3. Note that the app only reads the data sent from BC3 to the “homepage”.</a:t>
            </a:r>
          </a:p>
          <a:p>
            <a:endParaRPr lang="en-US" sz="1199" dirty="0"/>
          </a:p>
          <a:p>
            <a:r>
              <a:rPr lang="en-US" sz="1199" b="1" dirty="0"/>
              <a:t>Read BridgeMate Status</a:t>
            </a:r>
          </a:p>
          <a:p>
            <a:r>
              <a:rPr lang="en-US" sz="1199" dirty="0"/>
              <a:t>When checked, the app will continuously monitor the game status and signal the transition to the next round as soon as all tables have finished the current board, even if time remains on the timer.</a:t>
            </a:r>
          </a:p>
          <a:p>
            <a:endParaRPr lang="en-US" sz="1199" dirty="0"/>
          </a:p>
          <a:p>
            <a:r>
              <a:rPr lang="en-US" sz="1199" b="1" dirty="0"/>
              <a:t>Projector Scrolling Frequency</a:t>
            </a:r>
          </a:p>
          <a:p>
            <a:r>
              <a:rPr lang="en-US" sz="1199" dirty="0"/>
              <a:t>This is the interval between automatic scrolling steps on large start and result lists.</a:t>
            </a:r>
          </a:p>
          <a:p>
            <a:endParaRPr lang="en-US" sz="1199" dirty="0"/>
          </a:p>
          <a:p>
            <a:r>
              <a:rPr lang="en-US" sz="1199" b="1" dirty="0"/>
              <a:t>Max. Rows in Window</a:t>
            </a:r>
          </a:p>
          <a:p>
            <a:r>
              <a:rPr lang="en-US" sz="1199" dirty="0"/>
              <a:t>This controls the maximum number of rows displayed on a single page. Increasing this value may reduce the font size, and vice versa.</a:t>
            </a:r>
          </a:p>
        </p:txBody>
      </p:sp>
      <p:cxnSp>
        <p:nvCxnSpPr>
          <p:cNvPr id="17" name="Lige pilforbindelse 16">
            <a:extLst>
              <a:ext uri="{FF2B5EF4-FFF2-40B4-BE49-F238E27FC236}">
                <a16:creationId xmlns:a16="http://schemas.microsoft.com/office/drawing/2014/main" id="{2762F20C-3689-C12E-4297-31C336AA435A}"/>
              </a:ext>
            </a:extLst>
          </p:cNvPr>
          <p:cNvCxnSpPr>
            <a:cxnSpLocks/>
          </p:cNvCxnSpPr>
          <p:nvPr/>
        </p:nvCxnSpPr>
        <p:spPr>
          <a:xfrm>
            <a:off x="899162" y="1323350"/>
            <a:ext cx="362588" cy="4309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7050558"/>
      </p:ext>
    </p:extLst>
  </p:cSld>
  <p:clrMapOvr>
    <a:masterClrMapping/>
  </p:clrMapOvr>
</p:sld>
</file>

<file path=ppt/theme/theme1.xml><?xml version="1.0" encoding="utf-8"?>
<a:theme xmlns:a="http://schemas.openxmlformats.org/drawingml/2006/main" name="Office-tema">
  <a:themeElements>
    <a:clrScheme name="Office-tema">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tema">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t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3019</TotalTime>
  <Words>138</Words>
  <Application>Microsoft Office PowerPoint</Application>
  <PresentationFormat>Brugerdefineret</PresentationFormat>
  <Paragraphs>13</Paragraphs>
  <Slides>1</Slides>
  <Notes>1</Notes>
  <HiddenSlides>0</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1</vt:i4>
      </vt:variant>
    </vt:vector>
  </HeadingPairs>
  <TitlesOfParts>
    <vt:vector size="5" baseType="lpstr">
      <vt:lpstr>Aptos</vt:lpstr>
      <vt:lpstr>Aptos Display</vt:lpstr>
      <vt:lpstr>Arial</vt:lpstr>
      <vt:lpstr>Office-tema</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Morten Sparding</dc:creator>
  <cp:lastModifiedBy>Morten Sparding</cp:lastModifiedBy>
  <cp:revision>6</cp:revision>
  <dcterms:created xsi:type="dcterms:W3CDTF">2026-06-11T12:19:07Z</dcterms:created>
  <dcterms:modified xsi:type="dcterms:W3CDTF">2026-06-14T07:19:21Z</dcterms:modified>
</cp:coreProperties>
</file>
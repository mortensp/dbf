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6" r:id="rId1"/>
  </p:sldMasterIdLst>
  <p:notesMasterIdLst>
    <p:notesMasterId r:id="rId3"/>
  </p:notesMasterIdLst>
  <p:sldIdLst>
    <p:sldId id="257" r:id="rId2"/>
  </p:sldIdLst>
  <p:sldSz cx="719931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9" autoAdjust="0"/>
    <p:restoredTop sz="96915" autoAdjust="0"/>
  </p:normalViewPr>
  <p:slideViewPr>
    <p:cSldViewPr snapToGrid="0">
      <p:cViewPr>
        <p:scale>
          <a:sx n="83" d="100"/>
          <a:sy n="83" d="100"/>
        </p:scale>
        <p:origin x="1788" y="-17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48C782-22FD-4F3A-B476-61B759A9EBB9}" type="datetimeFigureOut">
              <a:rPr lang="da-DK" smtClean="0"/>
              <a:t>11-10-2026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2400300" y="1143000"/>
            <a:ext cx="2057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877A0-3076-454A-A7AD-03401B925F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96587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58826" rtl="0" eaLnBrk="1" latinLnBrk="0" hangingPunct="1">
      <a:defRPr sz="996" kern="1200">
        <a:solidFill>
          <a:schemeClr val="tx1"/>
        </a:solidFill>
        <a:latin typeface="+mn-lt"/>
        <a:ea typeface="+mn-ea"/>
        <a:cs typeface="+mn-cs"/>
      </a:defRPr>
    </a:lvl1pPr>
    <a:lvl2pPr marL="379412" algn="l" defTabSz="758826" rtl="0" eaLnBrk="1" latinLnBrk="0" hangingPunct="1">
      <a:defRPr sz="996" kern="1200">
        <a:solidFill>
          <a:schemeClr val="tx1"/>
        </a:solidFill>
        <a:latin typeface="+mn-lt"/>
        <a:ea typeface="+mn-ea"/>
        <a:cs typeface="+mn-cs"/>
      </a:defRPr>
    </a:lvl2pPr>
    <a:lvl3pPr marL="758826" algn="l" defTabSz="758826" rtl="0" eaLnBrk="1" latinLnBrk="0" hangingPunct="1">
      <a:defRPr sz="996" kern="1200">
        <a:solidFill>
          <a:schemeClr val="tx1"/>
        </a:solidFill>
        <a:latin typeface="+mn-lt"/>
        <a:ea typeface="+mn-ea"/>
        <a:cs typeface="+mn-cs"/>
      </a:defRPr>
    </a:lvl3pPr>
    <a:lvl4pPr marL="1138239" algn="l" defTabSz="758826" rtl="0" eaLnBrk="1" latinLnBrk="0" hangingPunct="1">
      <a:defRPr sz="996" kern="1200">
        <a:solidFill>
          <a:schemeClr val="tx1"/>
        </a:solidFill>
        <a:latin typeface="+mn-lt"/>
        <a:ea typeface="+mn-ea"/>
        <a:cs typeface="+mn-cs"/>
      </a:defRPr>
    </a:lvl4pPr>
    <a:lvl5pPr marL="1517651" algn="l" defTabSz="758826" rtl="0" eaLnBrk="1" latinLnBrk="0" hangingPunct="1">
      <a:defRPr sz="996" kern="1200">
        <a:solidFill>
          <a:schemeClr val="tx1"/>
        </a:solidFill>
        <a:latin typeface="+mn-lt"/>
        <a:ea typeface="+mn-ea"/>
        <a:cs typeface="+mn-cs"/>
      </a:defRPr>
    </a:lvl5pPr>
    <a:lvl6pPr marL="1897063" algn="l" defTabSz="758826" rtl="0" eaLnBrk="1" latinLnBrk="0" hangingPunct="1">
      <a:defRPr sz="996" kern="1200">
        <a:solidFill>
          <a:schemeClr val="tx1"/>
        </a:solidFill>
        <a:latin typeface="+mn-lt"/>
        <a:ea typeface="+mn-ea"/>
        <a:cs typeface="+mn-cs"/>
      </a:defRPr>
    </a:lvl6pPr>
    <a:lvl7pPr marL="2276475" algn="l" defTabSz="758826" rtl="0" eaLnBrk="1" latinLnBrk="0" hangingPunct="1">
      <a:defRPr sz="996" kern="1200">
        <a:solidFill>
          <a:schemeClr val="tx1"/>
        </a:solidFill>
        <a:latin typeface="+mn-lt"/>
        <a:ea typeface="+mn-ea"/>
        <a:cs typeface="+mn-cs"/>
      </a:defRPr>
    </a:lvl7pPr>
    <a:lvl8pPr marL="2655888" algn="l" defTabSz="758826" rtl="0" eaLnBrk="1" latinLnBrk="0" hangingPunct="1">
      <a:defRPr sz="996" kern="1200">
        <a:solidFill>
          <a:schemeClr val="tx1"/>
        </a:solidFill>
        <a:latin typeface="+mn-lt"/>
        <a:ea typeface="+mn-ea"/>
        <a:cs typeface="+mn-cs"/>
      </a:defRPr>
    </a:lvl8pPr>
    <a:lvl9pPr marL="3035301" algn="l" defTabSz="758826" rtl="0" eaLnBrk="1" latinLnBrk="0" hangingPunct="1">
      <a:defRPr sz="99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767462"/>
            <a:ext cx="6119416" cy="3759917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5672376"/>
            <a:ext cx="5399485" cy="2607442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C35B5-416F-4C6A-A7BA-3025FC0120D2}" type="datetimeFigureOut">
              <a:rPr lang="da-DK" smtClean="0"/>
              <a:t>11-10-2026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F9296-6B5A-4C9C-9636-77AF1BA7D9F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88731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C35B5-416F-4C6A-A7BA-3025FC0120D2}" type="datetimeFigureOut">
              <a:rPr lang="da-DK" smtClean="0"/>
              <a:t>11-10-2026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F9296-6B5A-4C9C-9636-77AF1BA7D9F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84237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2692444"/>
            <a:ext cx="6209407" cy="4492401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7227345"/>
            <a:ext cx="6209407" cy="236244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C35B5-416F-4C6A-A7BA-3025FC0120D2}" type="datetimeFigureOut">
              <a:rPr lang="da-DK" smtClean="0"/>
              <a:t>11-10-2026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F9296-6B5A-4C9C-9636-77AF1BA7D9F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81407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2874937"/>
            <a:ext cx="3059708" cy="6852350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2874937"/>
            <a:ext cx="3059708" cy="6852350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C35B5-416F-4C6A-A7BA-3025FC0120D2}" type="datetimeFigureOut">
              <a:rPr lang="da-DK" smtClean="0"/>
              <a:t>11-10-2026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F9296-6B5A-4C9C-9636-77AF1BA7D9F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01144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574990"/>
            <a:ext cx="6209407" cy="2087455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2647443"/>
            <a:ext cx="3045646" cy="129747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3944914"/>
            <a:ext cx="3045646" cy="5802373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2647443"/>
            <a:ext cx="3060646" cy="129747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3944914"/>
            <a:ext cx="3060646" cy="5802373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C35B5-416F-4C6A-A7BA-3025FC0120D2}" type="datetimeFigureOut">
              <a:rPr lang="da-DK" smtClean="0"/>
              <a:t>11-10-2026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F9296-6B5A-4C9C-9636-77AF1BA7D9F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20130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C35B5-416F-4C6A-A7BA-3025FC0120D2}" type="datetimeFigureOut">
              <a:rPr lang="da-DK" smtClean="0"/>
              <a:t>11-10-2026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F9296-6B5A-4C9C-9636-77AF1BA7D9F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72664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C35B5-416F-4C6A-A7BA-3025FC0120D2}" type="datetimeFigureOut">
              <a:rPr lang="da-DK" smtClean="0"/>
              <a:t>11-10-2026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F9296-6B5A-4C9C-9636-77AF1BA7D9F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84476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719984"/>
            <a:ext cx="2321966" cy="251994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554968"/>
            <a:ext cx="3644652" cy="7674832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3239929"/>
            <a:ext cx="2321966" cy="6002369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C35B5-416F-4C6A-A7BA-3025FC0120D2}" type="datetimeFigureOut">
              <a:rPr lang="da-DK" smtClean="0"/>
              <a:t>11-10-2026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F9296-6B5A-4C9C-9636-77AF1BA7D9F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0217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719984"/>
            <a:ext cx="2321966" cy="251994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554968"/>
            <a:ext cx="3644652" cy="7674832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3239929"/>
            <a:ext cx="2321966" cy="6002369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C35B5-416F-4C6A-A7BA-3025FC0120D2}" type="datetimeFigureOut">
              <a:rPr lang="da-DK" smtClean="0"/>
              <a:t>11-10-2026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F9296-6B5A-4C9C-9636-77AF1BA7D9F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54052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C35B5-416F-4C6A-A7BA-3025FC0120D2}" type="datetimeFigureOut">
              <a:rPr lang="da-DK" smtClean="0"/>
              <a:t>11-10-2026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F9296-6B5A-4C9C-9636-77AF1BA7D9F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96319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574987"/>
            <a:ext cx="1552352" cy="9152300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574987"/>
            <a:ext cx="4567064" cy="9152300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C35B5-416F-4C6A-A7BA-3025FC0120D2}" type="datetimeFigureOut">
              <a:rPr lang="da-DK" smtClean="0"/>
              <a:t>11-10-2026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F9296-6B5A-4C9C-9636-77AF1BA7D9F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44791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574990"/>
            <a:ext cx="6209407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2874937"/>
            <a:ext cx="6209407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10009783"/>
            <a:ext cx="1619845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7C35B5-416F-4C6A-A7BA-3025FC0120D2}" type="datetimeFigureOut">
              <a:rPr lang="da-DK" smtClean="0"/>
              <a:t>11-10-2026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10009783"/>
            <a:ext cx="242976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10009783"/>
            <a:ext cx="1619845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5F9296-6B5A-4C9C-9636-77AF1BA7D9F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99929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felt 6">
            <a:extLst>
              <a:ext uri="{FF2B5EF4-FFF2-40B4-BE49-F238E27FC236}">
                <a16:creationId xmlns:a16="http://schemas.microsoft.com/office/drawing/2014/main" id="{E88EDEC1-CD97-46BC-F552-4E2B2C6F203F}"/>
              </a:ext>
            </a:extLst>
          </p:cNvPr>
          <p:cNvSpPr txBox="1"/>
          <p:nvPr/>
        </p:nvSpPr>
        <p:spPr>
          <a:xfrm>
            <a:off x="885646" y="3662224"/>
            <a:ext cx="54116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The help image is missing – please contact the developer</a:t>
            </a:r>
          </a:p>
          <a:p>
            <a:endParaRPr lang="en-US" sz="1200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CF31BCDC-7A54-C049-374F-FFFB4CEACB48}"/>
              </a:ext>
            </a:extLst>
          </p:cNvPr>
          <p:cNvSpPr txBox="1"/>
          <p:nvPr/>
        </p:nvSpPr>
        <p:spPr>
          <a:xfrm>
            <a:off x="1309125" y="4683017"/>
            <a:ext cx="4581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b="1" noProof="0" dirty="0"/>
              <a:t>Hjælpeside mangler – Kontakt gerne udvikleren</a:t>
            </a:r>
          </a:p>
          <a:p>
            <a:endParaRPr lang="da-DK" sz="1200" noProof="0" dirty="0"/>
          </a:p>
        </p:txBody>
      </p:sp>
    </p:spTree>
    <p:extLst>
      <p:ext uri="{BB962C8B-B14F-4D97-AF65-F5344CB8AC3E}">
        <p14:creationId xmlns:p14="http://schemas.microsoft.com/office/powerpoint/2010/main" val="3449015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-t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8872</TotalTime>
  <Words>16</Words>
  <Application>Microsoft Office PowerPoint</Application>
  <PresentationFormat>Brugerdefineret</PresentationFormat>
  <Paragraphs>2</Paragraphs>
  <Slides>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Office-tema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Morten Sparding</dc:creator>
  <cp:lastModifiedBy>Morten Sparding</cp:lastModifiedBy>
  <cp:revision>21</cp:revision>
  <dcterms:created xsi:type="dcterms:W3CDTF">2026-06-11T12:19:07Z</dcterms:created>
  <dcterms:modified xsi:type="dcterms:W3CDTF">2026-10-11T09:42:44Z</dcterms:modified>
</cp:coreProperties>
</file>